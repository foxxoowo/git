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9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BCC699-C292-4012-B77A-177446F3585E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39D3773-3261-402C-BB18-0FB76B8B92D3}">
      <dgm:prSet/>
      <dgm:spPr/>
      <dgm:t>
        <a:bodyPr/>
        <a:lstStyle/>
        <a:p>
          <a:r>
            <a:rPr lang="cs-CZ"/>
            <a:t>Sjednocení chytré domácnosti</a:t>
          </a:r>
          <a:endParaRPr lang="en-US"/>
        </a:p>
      </dgm:t>
    </dgm:pt>
    <dgm:pt modelId="{2D346811-DD8B-4267-A8E3-86A19A332510}" type="parTrans" cxnId="{2985FA74-1F34-40EA-A628-333B9E8565FB}">
      <dgm:prSet/>
      <dgm:spPr/>
      <dgm:t>
        <a:bodyPr/>
        <a:lstStyle/>
        <a:p>
          <a:endParaRPr lang="en-US"/>
        </a:p>
      </dgm:t>
    </dgm:pt>
    <dgm:pt modelId="{504C619A-0370-45AE-B239-ED30314D3488}" type="sibTrans" cxnId="{2985FA74-1F34-40EA-A628-333B9E8565FB}">
      <dgm:prSet/>
      <dgm:spPr/>
      <dgm:t>
        <a:bodyPr/>
        <a:lstStyle/>
        <a:p>
          <a:endParaRPr lang="en-US"/>
        </a:p>
      </dgm:t>
    </dgm:pt>
    <dgm:pt modelId="{2252F0AF-EB81-4EC1-B0FC-3E4576FBD673}">
      <dgm:prSet/>
      <dgm:spPr/>
      <dgm:t>
        <a:bodyPr/>
        <a:lstStyle/>
        <a:p>
          <a:r>
            <a:rPr lang="cs-CZ"/>
            <a:t>Zálohování fotek</a:t>
          </a:r>
          <a:endParaRPr lang="en-US"/>
        </a:p>
      </dgm:t>
    </dgm:pt>
    <dgm:pt modelId="{CA0E0080-CCBD-4A04-B24D-106E77ED0AB7}" type="parTrans" cxnId="{055789E2-996B-40BF-B064-04D9216152E6}">
      <dgm:prSet/>
      <dgm:spPr/>
      <dgm:t>
        <a:bodyPr/>
        <a:lstStyle/>
        <a:p>
          <a:endParaRPr lang="en-US"/>
        </a:p>
      </dgm:t>
    </dgm:pt>
    <dgm:pt modelId="{49D8A84F-8D62-44A3-897F-1A36FA49C33A}" type="sibTrans" cxnId="{055789E2-996B-40BF-B064-04D9216152E6}">
      <dgm:prSet/>
      <dgm:spPr/>
      <dgm:t>
        <a:bodyPr/>
        <a:lstStyle/>
        <a:p>
          <a:endParaRPr lang="en-US"/>
        </a:p>
      </dgm:t>
    </dgm:pt>
    <dgm:pt modelId="{6FE807C1-4C2C-4140-9558-55DAED3EB2A8}">
      <dgm:prSet/>
      <dgm:spPr/>
      <dgm:t>
        <a:bodyPr/>
        <a:lstStyle/>
        <a:p>
          <a:r>
            <a:rPr lang="cs-CZ"/>
            <a:t>Streamování médií</a:t>
          </a:r>
          <a:endParaRPr lang="en-US"/>
        </a:p>
      </dgm:t>
    </dgm:pt>
    <dgm:pt modelId="{DCFA2123-11B7-4E47-8285-E9DCA56E1915}" type="parTrans" cxnId="{6D637C1F-CAFB-407B-B276-A0BC3902F875}">
      <dgm:prSet/>
      <dgm:spPr/>
      <dgm:t>
        <a:bodyPr/>
        <a:lstStyle/>
        <a:p>
          <a:endParaRPr lang="en-US"/>
        </a:p>
      </dgm:t>
    </dgm:pt>
    <dgm:pt modelId="{1889D5F2-759C-4CBC-9CE8-FD4309CB56C7}" type="sibTrans" cxnId="{6D637C1F-CAFB-407B-B276-A0BC3902F875}">
      <dgm:prSet/>
      <dgm:spPr/>
      <dgm:t>
        <a:bodyPr/>
        <a:lstStyle/>
        <a:p>
          <a:endParaRPr lang="en-US"/>
        </a:p>
      </dgm:t>
    </dgm:pt>
    <dgm:pt modelId="{6F4452F8-F5D9-416D-824D-6C0ABE9BBB0E}">
      <dgm:prSet/>
      <dgm:spPr/>
      <dgm:t>
        <a:bodyPr/>
        <a:lstStyle/>
        <a:p>
          <a:r>
            <a:rPr lang="cs-CZ"/>
            <a:t>Síťové uložiště</a:t>
          </a:r>
          <a:endParaRPr lang="en-US"/>
        </a:p>
      </dgm:t>
    </dgm:pt>
    <dgm:pt modelId="{D87A7D03-0888-4645-A468-3C71B8629477}" type="parTrans" cxnId="{6909A940-1BDC-4665-A2B6-52FAE8AB0BC8}">
      <dgm:prSet/>
      <dgm:spPr/>
      <dgm:t>
        <a:bodyPr/>
        <a:lstStyle/>
        <a:p>
          <a:endParaRPr lang="en-US"/>
        </a:p>
      </dgm:t>
    </dgm:pt>
    <dgm:pt modelId="{5F21ABE4-2EDF-4997-9252-5537294FF5E0}" type="sibTrans" cxnId="{6909A940-1BDC-4665-A2B6-52FAE8AB0BC8}">
      <dgm:prSet/>
      <dgm:spPr/>
      <dgm:t>
        <a:bodyPr/>
        <a:lstStyle/>
        <a:p>
          <a:endParaRPr lang="en-US"/>
        </a:p>
      </dgm:t>
    </dgm:pt>
    <dgm:pt modelId="{3F489C10-FDEC-4874-B024-D695300E2A7E}" type="pres">
      <dgm:prSet presAssocID="{AFBCC699-C292-4012-B77A-177446F3585E}" presName="Name0" presStyleCnt="0">
        <dgm:presLayoutVars>
          <dgm:dir/>
          <dgm:animLvl val="lvl"/>
          <dgm:resizeHandles val="exact"/>
        </dgm:presLayoutVars>
      </dgm:prSet>
      <dgm:spPr/>
    </dgm:pt>
    <dgm:pt modelId="{C4BA1DB7-8CC6-448D-BFD8-449AC1DCA717}" type="pres">
      <dgm:prSet presAssocID="{639D3773-3261-402C-BB18-0FB76B8B92D3}" presName="linNode" presStyleCnt="0"/>
      <dgm:spPr/>
    </dgm:pt>
    <dgm:pt modelId="{256F66DD-B2E1-4A7E-965D-1B312F055209}" type="pres">
      <dgm:prSet presAssocID="{639D3773-3261-402C-BB18-0FB76B8B92D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51B4379-CD31-4981-A198-480C047FBD4B}" type="pres">
      <dgm:prSet presAssocID="{504C619A-0370-45AE-B239-ED30314D3488}" presName="sp" presStyleCnt="0"/>
      <dgm:spPr/>
    </dgm:pt>
    <dgm:pt modelId="{D1A57800-0315-418D-933F-96D2CAB9D105}" type="pres">
      <dgm:prSet presAssocID="{2252F0AF-EB81-4EC1-B0FC-3E4576FBD673}" presName="linNode" presStyleCnt="0"/>
      <dgm:spPr/>
    </dgm:pt>
    <dgm:pt modelId="{73E8AB47-3F70-42B9-BA1B-B60F0FB56927}" type="pres">
      <dgm:prSet presAssocID="{2252F0AF-EB81-4EC1-B0FC-3E4576FBD67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1E5E1763-5B13-4F7D-BA35-35F5CD6E0187}" type="pres">
      <dgm:prSet presAssocID="{49D8A84F-8D62-44A3-897F-1A36FA49C33A}" presName="sp" presStyleCnt="0"/>
      <dgm:spPr/>
    </dgm:pt>
    <dgm:pt modelId="{671B0A5A-4A60-48F1-A7AA-DBB3C272E829}" type="pres">
      <dgm:prSet presAssocID="{6FE807C1-4C2C-4140-9558-55DAED3EB2A8}" presName="linNode" presStyleCnt="0"/>
      <dgm:spPr/>
    </dgm:pt>
    <dgm:pt modelId="{FED0ABC1-2833-474C-A014-E6224824E11E}" type="pres">
      <dgm:prSet presAssocID="{6FE807C1-4C2C-4140-9558-55DAED3EB2A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F396835-A6A7-4D44-BE6E-801A4549AC54}" type="pres">
      <dgm:prSet presAssocID="{1889D5F2-759C-4CBC-9CE8-FD4309CB56C7}" presName="sp" presStyleCnt="0"/>
      <dgm:spPr/>
    </dgm:pt>
    <dgm:pt modelId="{42517058-A828-4624-9DE7-0661DF298E70}" type="pres">
      <dgm:prSet presAssocID="{6F4452F8-F5D9-416D-824D-6C0ABE9BBB0E}" presName="linNode" presStyleCnt="0"/>
      <dgm:spPr/>
    </dgm:pt>
    <dgm:pt modelId="{2BA5DF8C-5456-4087-9830-AC1571BDCA8D}" type="pres">
      <dgm:prSet presAssocID="{6F4452F8-F5D9-416D-824D-6C0ABE9BBB0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6D637C1F-CAFB-407B-B276-A0BC3902F875}" srcId="{AFBCC699-C292-4012-B77A-177446F3585E}" destId="{6FE807C1-4C2C-4140-9558-55DAED3EB2A8}" srcOrd="2" destOrd="0" parTransId="{DCFA2123-11B7-4E47-8285-E9DCA56E1915}" sibTransId="{1889D5F2-759C-4CBC-9CE8-FD4309CB56C7}"/>
    <dgm:cxn modelId="{6909A940-1BDC-4665-A2B6-52FAE8AB0BC8}" srcId="{AFBCC699-C292-4012-B77A-177446F3585E}" destId="{6F4452F8-F5D9-416D-824D-6C0ABE9BBB0E}" srcOrd="3" destOrd="0" parTransId="{D87A7D03-0888-4645-A468-3C71B8629477}" sibTransId="{5F21ABE4-2EDF-4997-9252-5537294FF5E0}"/>
    <dgm:cxn modelId="{971B065B-A84A-40ED-AAC9-86C1CC94E157}" type="presOf" srcId="{639D3773-3261-402C-BB18-0FB76B8B92D3}" destId="{256F66DD-B2E1-4A7E-965D-1B312F055209}" srcOrd="0" destOrd="0" presId="urn:microsoft.com/office/officeart/2005/8/layout/vList5"/>
    <dgm:cxn modelId="{FB56F05E-AD88-41DA-AE6A-F738989A381F}" type="presOf" srcId="{6FE807C1-4C2C-4140-9558-55DAED3EB2A8}" destId="{FED0ABC1-2833-474C-A014-E6224824E11E}" srcOrd="0" destOrd="0" presId="urn:microsoft.com/office/officeart/2005/8/layout/vList5"/>
    <dgm:cxn modelId="{2985FA74-1F34-40EA-A628-333B9E8565FB}" srcId="{AFBCC699-C292-4012-B77A-177446F3585E}" destId="{639D3773-3261-402C-BB18-0FB76B8B92D3}" srcOrd="0" destOrd="0" parTransId="{2D346811-DD8B-4267-A8E3-86A19A332510}" sibTransId="{504C619A-0370-45AE-B239-ED30314D3488}"/>
    <dgm:cxn modelId="{5C35E3B5-983D-4065-AA81-45D6205424DF}" type="presOf" srcId="{6F4452F8-F5D9-416D-824D-6C0ABE9BBB0E}" destId="{2BA5DF8C-5456-4087-9830-AC1571BDCA8D}" srcOrd="0" destOrd="0" presId="urn:microsoft.com/office/officeart/2005/8/layout/vList5"/>
    <dgm:cxn modelId="{F635C2BD-CCD1-41DB-B415-596D63A5B2F7}" type="presOf" srcId="{AFBCC699-C292-4012-B77A-177446F3585E}" destId="{3F489C10-FDEC-4874-B024-D695300E2A7E}" srcOrd="0" destOrd="0" presId="urn:microsoft.com/office/officeart/2005/8/layout/vList5"/>
    <dgm:cxn modelId="{055789E2-996B-40BF-B064-04D9216152E6}" srcId="{AFBCC699-C292-4012-B77A-177446F3585E}" destId="{2252F0AF-EB81-4EC1-B0FC-3E4576FBD673}" srcOrd="1" destOrd="0" parTransId="{CA0E0080-CCBD-4A04-B24D-106E77ED0AB7}" sibTransId="{49D8A84F-8D62-44A3-897F-1A36FA49C33A}"/>
    <dgm:cxn modelId="{10445CFD-1918-4957-89F7-ECC147F8ADC5}" type="presOf" srcId="{2252F0AF-EB81-4EC1-B0FC-3E4576FBD673}" destId="{73E8AB47-3F70-42B9-BA1B-B60F0FB56927}" srcOrd="0" destOrd="0" presId="urn:microsoft.com/office/officeart/2005/8/layout/vList5"/>
    <dgm:cxn modelId="{DF3442B8-1D84-4268-BF6A-D54108FAA25A}" type="presParOf" srcId="{3F489C10-FDEC-4874-B024-D695300E2A7E}" destId="{C4BA1DB7-8CC6-448D-BFD8-449AC1DCA717}" srcOrd="0" destOrd="0" presId="urn:microsoft.com/office/officeart/2005/8/layout/vList5"/>
    <dgm:cxn modelId="{FDA97BA2-5198-467C-84E0-7FF8259516C2}" type="presParOf" srcId="{C4BA1DB7-8CC6-448D-BFD8-449AC1DCA717}" destId="{256F66DD-B2E1-4A7E-965D-1B312F055209}" srcOrd="0" destOrd="0" presId="urn:microsoft.com/office/officeart/2005/8/layout/vList5"/>
    <dgm:cxn modelId="{510B49DD-065C-4BCC-9E5A-967B3A8A6E84}" type="presParOf" srcId="{3F489C10-FDEC-4874-B024-D695300E2A7E}" destId="{351B4379-CD31-4981-A198-480C047FBD4B}" srcOrd="1" destOrd="0" presId="urn:microsoft.com/office/officeart/2005/8/layout/vList5"/>
    <dgm:cxn modelId="{C95763F2-2E2A-4781-877C-306A65D9949D}" type="presParOf" srcId="{3F489C10-FDEC-4874-B024-D695300E2A7E}" destId="{D1A57800-0315-418D-933F-96D2CAB9D105}" srcOrd="2" destOrd="0" presId="urn:microsoft.com/office/officeart/2005/8/layout/vList5"/>
    <dgm:cxn modelId="{B9599E13-E9C6-4935-8041-5CB8B3361BE8}" type="presParOf" srcId="{D1A57800-0315-418D-933F-96D2CAB9D105}" destId="{73E8AB47-3F70-42B9-BA1B-B60F0FB56927}" srcOrd="0" destOrd="0" presId="urn:microsoft.com/office/officeart/2005/8/layout/vList5"/>
    <dgm:cxn modelId="{360B317D-06D5-445D-8B5D-D9AC1294B0C1}" type="presParOf" srcId="{3F489C10-FDEC-4874-B024-D695300E2A7E}" destId="{1E5E1763-5B13-4F7D-BA35-35F5CD6E0187}" srcOrd="3" destOrd="0" presId="urn:microsoft.com/office/officeart/2005/8/layout/vList5"/>
    <dgm:cxn modelId="{CBC17819-575C-4FCB-B48E-28CC3326A144}" type="presParOf" srcId="{3F489C10-FDEC-4874-B024-D695300E2A7E}" destId="{671B0A5A-4A60-48F1-A7AA-DBB3C272E829}" srcOrd="4" destOrd="0" presId="urn:microsoft.com/office/officeart/2005/8/layout/vList5"/>
    <dgm:cxn modelId="{9848E631-CCB4-4171-8814-6150F2F83D8B}" type="presParOf" srcId="{671B0A5A-4A60-48F1-A7AA-DBB3C272E829}" destId="{FED0ABC1-2833-474C-A014-E6224824E11E}" srcOrd="0" destOrd="0" presId="urn:microsoft.com/office/officeart/2005/8/layout/vList5"/>
    <dgm:cxn modelId="{590400EC-A127-42F7-8BF0-D933494C3251}" type="presParOf" srcId="{3F489C10-FDEC-4874-B024-D695300E2A7E}" destId="{0F396835-A6A7-4D44-BE6E-801A4549AC54}" srcOrd="5" destOrd="0" presId="urn:microsoft.com/office/officeart/2005/8/layout/vList5"/>
    <dgm:cxn modelId="{E3CB93DA-B094-4981-BB7A-BEE39123D0E0}" type="presParOf" srcId="{3F489C10-FDEC-4874-B024-D695300E2A7E}" destId="{42517058-A828-4624-9DE7-0661DF298E70}" srcOrd="6" destOrd="0" presId="urn:microsoft.com/office/officeart/2005/8/layout/vList5"/>
    <dgm:cxn modelId="{91C0C6C4-7BC5-472D-AC8F-0128BF154B72}" type="presParOf" srcId="{42517058-A828-4624-9DE7-0661DF298E70}" destId="{2BA5DF8C-5456-4087-9830-AC1571BDCA8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0B5D1D-90F1-4163-9AC4-DB57F88291A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6C954B1-2167-4E73-A142-F26930C66667}">
      <dgm:prSet/>
      <dgm:spPr/>
      <dgm:t>
        <a:bodyPr/>
        <a:lstStyle/>
        <a:p>
          <a:pPr>
            <a:defRPr cap="all"/>
          </a:pPr>
          <a:r>
            <a:rPr lang="cs-CZ"/>
            <a:t>CPU: AMD FX-8370</a:t>
          </a:r>
          <a:endParaRPr lang="en-US"/>
        </a:p>
      </dgm:t>
    </dgm:pt>
    <dgm:pt modelId="{F7DE43D4-5072-4D8C-8245-78CC6A796F2C}" type="parTrans" cxnId="{FF82D7EE-F2B1-4210-AFDF-12D5C7383D14}">
      <dgm:prSet/>
      <dgm:spPr/>
      <dgm:t>
        <a:bodyPr/>
        <a:lstStyle/>
        <a:p>
          <a:endParaRPr lang="en-US"/>
        </a:p>
      </dgm:t>
    </dgm:pt>
    <dgm:pt modelId="{1FB09B3A-3EDB-4E93-8EAE-186E23FF30F9}" type="sibTrans" cxnId="{FF82D7EE-F2B1-4210-AFDF-12D5C7383D14}">
      <dgm:prSet/>
      <dgm:spPr/>
      <dgm:t>
        <a:bodyPr/>
        <a:lstStyle/>
        <a:p>
          <a:endParaRPr lang="en-US"/>
        </a:p>
      </dgm:t>
    </dgm:pt>
    <dgm:pt modelId="{1358226E-22F3-40B0-ADD3-E0935F4DBC0E}">
      <dgm:prSet/>
      <dgm:spPr/>
      <dgm:t>
        <a:bodyPr/>
        <a:lstStyle/>
        <a:p>
          <a:pPr>
            <a:defRPr cap="all"/>
          </a:pPr>
          <a:r>
            <a:rPr lang="cs-CZ"/>
            <a:t>RAM: 32 GB DDR3</a:t>
          </a:r>
          <a:endParaRPr lang="en-US"/>
        </a:p>
      </dgm:t>
    </dgm:pt>
    <dgm:pt modelId="{4176BFB0-A3E0-4010-A109-52342DD15F29}" type="parTrans" cxnId="{A00673C2-B7B1-4F45-BC29-368628ED106E}">
      <dgm:prSet/>
      <dgm:spPr/>
      <dgm:t>
        <a:bodyPr/>
        <a:lstStyle/>
        <a:p>
          <a:endParaRPr lang="en-US"/>
        </a:p>
      </dgm:t>
    </dgm:pt>
    <dgm:pt modelId="{9E284ED2-687A-4E9B-908C-501399E70BE7}" type="sibTrans" cxnId="{A00673C2-B7B1-4F45-BC29-368628ED106E}">
      <dgm:prSet/>
      <dgm:spPr/>
      <dgm:t>
        <a:bodyPr/>
        <a:lstStyle/>
        <a:p>
          <a:endParaRPr lang="en-US"/>
        </a:p>
      </dgm:t>
    </dgm:pt>
    <dgm:pt modelId="{47B131A8-6EA0-4168-823D-D1C539D9BECC}">
      <dgm:prSet/>
      <dgm:spPr/>
      <dgm:t>
        <a:bodyPr/>
        <a:lstStyle/>
        <a:p>
          <a:pPr>
            <a:defRPr cap="all"/>
          </a:pPr>
          <a:r>
            <a:rPr lang="cs-CZ"/>
            <a:t>Úložiště: 4 disky, celkem 5,25 TB</a:t>
          </a:r>
          <a:endParaRPr lang="en-US"/>
        </a:p>
      </dgm:t>
    </dgm:pt>
    <dgm:pt modelId="{42FB6D10-7711-4CEA-86B8-C34BA2AA103E}" type="parTrans" cxnId="{4D7921A9-6402-4192-8EF8-D09B70108E1F}">
      <dgm:prSet/>
      <dgm:spPr/>
      <dgm:t>
        <a:bodyPr/>
        <a:lstStyle/>
        <a:p>
          <a:endParaRPr lang="en-US"/>
        </a:p>
      </dgm:t>
    </dgm:pt>
    <dgm:pt modelId="{B540DB10-F0C1-45EA-B2A1-6039CB8A40F9}" type="sibTrans" cxnId="{4D7921A9-6402-4192-8EF8-D09B70108E1F}">
      <dgm:prSet/>
      <dgm:spPr/>
      <dgm:t>
        <a:bodyPr/>
        <a:lstStyle/>
        <a:p>
          <a:endParaRPr lang="en-US"/>
        </a:p>
      </dgm:t>
    </dgm:pt>
    <dgm:pt modelId="{7C154838-6A35-4D9B-85A4-EA876E8033C8}">
      <dgm:prSet/>
      <dgm:spPr/>
      <dgm:t>
        <a:bodyPr/>
        <a:lstStyle/>
        <a:p>
          <a:pPr>
            <a:defRPr cap="all"/>
          </a:pPr>
          <a:r>
            <a:rPr lang="cs-CZ"/>
            <a:t>Připojení: Ethernet, Bluetooth 4.0</a:t>
          </a:r>
          <a:endParaRPr lang="en-US"/>
        </a:p>
      </dgm:t>
    </dgm:pt>
    <dgm:pt modelId="{6A50F973-EE4A-4F53-8392-CA7A99D943B4}" type="parTrans" cxnId="{75164DDC-4B15-456E-9F5A-592EEBE2C560}">
      <dgm:prSet/>
      <dgm:spPr/>
      <dgm:t>
        <a:bodyPr/>
        <a:lstStyle/>
        <a:p>
          <a:endParaRPr lang="en-US"/>
        </a:p>
      </dgm:t>
    </dgm:pt>
    <dgm:pt modelId="{373C5623-61FE-48FD-BF20-53D3CCC7169D}" type="sibTrans" cxnId="{75164DDC-4B15-456E-9F5A-592EEBE2C560}">
      <dgm:prSet/>
      <dgm:spPr/>
      <dgm:t>
        <a:bodyPr/>
        <a:lstStyle/>
        <a:p>
          <a:endParaRPr lang="en-US"/>
        </a:p>
      </dgm:t>
    </dgm:pt>
    <dgm:pt modelId="{684B289B-4E41-4B58-AE06-CF61E4859361}" type="pres">
      <dgm:prSet presAssocID="{430B5D1D-90F1-4163-9AC4-DB57F88291A4}" presName="root" presStyleCnt="0">
        <dgm:presLayoutVars>
          <dgm:dir/>
          <dgm:resizeHandles val="exact"/>
        </dgm:presLayoutVars>
      </dgm:prSet>
      <dgm:spPr/>
    </dgm:pt>
    <dgm:pt modelId="{F5F17087-8356-42F3-A892-6BAE6D0474C4}" type="pres">
      <dgm:prSet presAssocID="{B6C954B1-2167-4E73-A142-F26930C66667}" presName="compNode" presStyleCnt="0"/>
      <dgm:spPr/>
    </dgm:pt>
    <dgm:pt modelId="{AFB203F3-751D-494E-B8AB-85BA93C16664}" type="pres">
      <dgm:prSet presAssocID="{B6C954B1-2167-4E73-A142-F26930C66667}" presName="iconBgRect" presStyleLbl="bgShp" presStyleIdx="0" presStyleCnt="4"/>
      <dgm:spPr/>
    </dgm:pt>
    <dgm:pt modelId="{4A071489-1875-4CDE-B13A-7ABFB4E526D6}" type="pres">
      <dgm:prSet presAssocID="{B6C954B1-2167-4E73-A142-F26930C666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4E10DC43-B75A-44B9-BAF5-32935B4018E1}" type="pres">
      <dgm:prSet presAssocID="{B6C954B1-2167-4E73-A142-F26930C66667}" presName="spaceRect" presStyleCnt="0"/>
      <dgm:spPr/>
    </dgm:pt>
    <dgm:pt modelId="{BD348271-610E-4A20-B641-A784BC7BD73B}" type="pres">
      <dgm:prSet presAssocID="{B6C954B1-2167-4E73-A142-F26930C66667}" presName="textRect" presStyleLbl="revTx" presStyleIdx="0" presStyleCnt="4">
        <dgm:presLayoutVars>
          <dgm:chMax val="1"/>
          <dgm:chPref val="1"/>
        </dgm:presLayoutVars>
      </dgm:prSet>
      <dgm:spPr/>
    </dgm:pt>
    <dgm:pt modelId="{ED7F8E35-9B8B-4600-845A-7F3DFA5996CF}" type="pres">
      <dgm:prSet presAssocID="{1FB09B3A-3EDB-4E93-8EAE-186E23FF30F9}" presName="sibTrans" presStyleCnt="0"/>
      <dgm:spPr/>
    </dgm:pt>
    <dgm:pt modelId="{3E0481B3-599B-4E63-992B-B745A55E7207}" type="pres">
      <dgm:prSet presAssocID="{1358226E-22F3-40B0-ADD3-E0935F4DBC0E}" presName="compNode" presStyleCnt="0"/>
      <dgm:spPr/>
    </dgm:pt>
    <dgm:pt modelId="{40EFE28F-5B4E-4597-ACAE-501322304438}" type="pres">
      <dgm:prSet presAssocID="{1358226E-22F3-40B0-ADD3-E0935F4DBC0E}" presName="iconBgRect" presStyleLbl="bgShp" presStyleIdx="1" presStyleCnt="4"/>
      <dgm:spPr/>
    </dgm:pt>
    <dgm:pt modelId="{72F692C8-C0CD-46CD-9F6F-DA0EC1F6BFD1}" type="pres">
      <dgm:prSet presAssocID="{1358226E-22F3-40B0-ADD3-E0935F4DBC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čítač"/>
        </a:ext>
      </dgm:extLst>
    </dgm:pt>
    <dgm:pt modelId="{12690EC5-F110-4175-A995-ADAB702C5221}" type="pres">
      <dgm:prSet presAssocID="{1358226E-22F3-40B0-ADD3-E0935F4DBC0E}" presName="spaceRect" presStyleCnt="0"/>
      <dgm:spPr/>
    </dgm:pt>
    <dgm:pt modelId="{07E101D8-54A8-4A4F-A633-E75C00A72647}" type="pres">
      <dgm:prSet presAssocID="{1358226E-22F3-40B0-ADD3-E0935F4DBC0E}" presName="textRect" presStyleLbl="revTx" presStyleIdx="1" presStyleCnt="4">
        <dgm:presLayoutVars>
          <dgm:chMax val="1"/>
          <dgm:chPref val="1"/>
        </dgm:presLayoutVars>
      </dgm:prSet>
      <dgm:spPr/>
    </dgm:pt>
    <dgm:pt modelId="{53BFA5DD-5F6D-45AE-A70E-DDF787CE768E}" type="pres">
      <dgm:prSet presAssocID="{9E284ED2-687A-4E9B-908C-501399E70BE7}" presName="sibTrans" presStyleCnt="0"/>
      <dgm:spPr/>
    </dgm:pt>
    <dgm:pt modelId="{248AB7DE-E4FA-4B70-9723-4579E9CE4A67}" type="pres">
      <dgm:prSet presAssocID="{47B131A8-6EA0-4168-823D-D1C539D9BECC}" presName="compNode" presStyleCnt="0"/>
      <dgm:spPr/>
    </dgm:pt>
    <dgm:pt modelId="{034253A3-0A1A-4F3C-B78A-317872116C45}" type="pres">
      <dgm:prSet presAssocID="{47B131A8-6EA0-4168-823D-D1C539D9BECC}" presName="iconBgRect" presStyleLbl="bgShp" presStyleIdx="2" presStyleCnt="4"/>
      <dgm:spPr/>
    </dgm:pt>
    <dgm:pt modelId="{E9D4F9B5-EA16-4491-8499-FEABF108AC2B}" type="pres">
      <dgm:prSet presAssocID="{47B131A8-6EA0-4168-823D-D1C539D9BEC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B113B43-8E39-496F-AE38-A2CFE0986BD2}" type="pres">
      <dgm:prSet presAssocID="{47B131A8-6EA0-4168-823D-D1C539D9BECC}" presName="spaceRect" presStyleCnt="0"/>
      <dgm:spPr/>
    </dgm:pt>
    <dgm:pt modelId="{8670A4A8-FE00-4C48-BC8B-2D2EDB371BFB}" type="pres">
      <dgm:prSet presAssocID="{47B131A8-6EA0-4168-823D-D1C539D9BECC}" presName="textRect" presStyleLbl="revTx" presStyleIdx="2" presStyleCnt="4">
        <dgm:presLayoutVars>
          <dgm:chMax val="1"/>
          <dgm:chPref val="1"/>
        </dgm:presLayoutVars>
      </dgm:prSet>
      <dgm:spPr/>
    </dgm:pt>
    <dgm:pt modelId="{2AEC4281-1D5F-46CF-88EF-D294A2752A96}" type="pres">
      <dgm:prSet presAssocID="{B540DB10-F0C1-45EA-B2A1-6039CB8A40F9}" presName="sibTrans" presStyleCnt="0"/>
      <dgm:spPr/>
    </dgm:pt>
    <dgm:pt modelId="{C3F77ECF-8EB8-4E5F-AF6A-9A9F1A285282}" type="pres">
      <dgm:prSet presAssocID="{7C154838-6A35-4D9B-85A4-EA876E8033C8}" presName="compNode" presStyleCnt="0"/>
      <dgm:spPr/>
    </dgm:pt>
    <dgm:pt modelId="{A4CB599E-60C8-4C2F-AFBA-CFAAA94D08C4}" type="pres">
      <dgm:prSet presAssocID="{7C154838-6A35-4D9B-85A4-EA876E8033C8}" presName="iconBgRect" presStyleLbl="bgShp" presStyleIdx="3" presStyleCnt="4"/>
      <dgm:spPr/>
    </dgm:pt>
    <dgm:pt modelId="{75171D7F-A404-42E6-AC36-0C4892B0EB63}" type="pres">
      <dgm:prSet presAssocID="{7C154838-6A35-4D9B-85A4-EA876E8033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2D78618A-E8FD-48E4-B472-AAFE0594C0FE}" type="pres">
      <dgm:prSet presAssocID="{7C154838-6A35-4D9B-85A4-EA876E8033C8}" presName="spaceRect" presStyleCnt="0"/>
      <dgm:spPr/>
    </dgm:pt>
    <dgm:pt modelId="{F978D83D-92B1-401B-B791-C9EFE03BA926}" type="pres">
      <dgm:prSet presAssocID="{7C154838-6A35-4D9B-85A4-EA876E8033C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B78AC2C-9BB3-4687-B947-E55BE73663E2}" type="presOf" srcId="{7C154838-6A35-4D9B-85A4-EA876E8033C8}" destId="{F978D83D-92B1-401B-B791-C9EFE03BA926}" srcOrd="0" destOrd="0" presId="urn:microsoft.com/office/officeart/2018/5/layout/IconCircleLabelList"/>
    <dgm:cxn modelId="{87A2AC42-EA9C-44F7-BB2E-1F9B03E2D652}" type="presOf" srcId="{47B131A8-6EA0-4168-823D-D1C539D9BECC}" destId="{8670A4A8-FE00-4C48-BC8B-2D2EDB371BFB}" srcOrd="0" destOrd="0" presId="urn:microsoft.com/office/officeart/2018/5/layout/IconCircleLabelList"/>
    <dgm:cxn modelId="{FAF4D69C-2137-48D6-87AB-430C1D0EED62}" type="presOf" srcId="{1358226E-22F3-40B0-ADD3-E0935F4DBC0E}" destId="{07E101D8-54A8-4A4F-A633-E75C00A72647}" srcOrd="0" destOrd="0" presId="urn:microsoft.com/office/officeart/2018/5/layout/IconCircleLabelList"/>
    <dgm:cxn modelId="{4D7921A9-6402-4192-8EF8-D09B70108E1F}" srcId="{430B5D1D-90F1-4163-9AC4-DB57F88291A4}" destId="{47B131A8-6EA0-4168-823D-D1C539D9BECC}" srcOrd="2" destOrd="0" parTransId="{42FB6D10-7711-4CEA-86B8-C34BA2AA103E}" sibTransId="{B540DB10-F0C1-45EA-B2A1-6039CB8A40F9}"/>
    <dgm:cxn modelId="{57F367B9-94EF-4FFB-8153-7443AECB857F}" type="presOf" srcId="{B6C954B1-2167-4E73-A142-F26930C66667}" destId="{BD348271-610E-4A20-B641-A784BC7BD73B}" srcOrd="0" destOrd="0" presId="urn:microsoft.com/office/officeart/2018/5/layout/IconCircleLabelList"/>
    <dgm:cxn modelId="{FA1F52C2-12A5-453B-AF3B-308A22AF4FF7}" type="presOf" srcId="{430B5D1D-90F1-4163-9AC4-DB57F88291A4}" destId="{684B289B-4E41-4B58-AE06-CF61E4859361}" srcOrd="0" destOrd="0" presId="urn:microsoft.com/office/officeart/2018/5/layout/IconCircleLabelList"/>
    <dgm:cxn modelId="{A00673C2-B7B1-4F45-BC29-368628ED106E}" srcId="{430B5D1D-90F1-4163-9AC4-DB57F88291A4}" destId="{1358226E-22F3-40B0-ADD3-E0935F4DBC0E}" srcOrd="1" destOrd="0" parTransId="{4176BFB0-A3E0-4010-A109-52342DD15F29}" sibTransId="{9E284ED2-687A-4E9B-908C-501399E70BE7}"/>
    <dgm:cxn modelId="{75164DDC-4B15-456E-9F5A-592EEBE2C560}" srcId="{430B5D1D-90F1-4163-9AC4-DB57F88291A4}" destId="{7C154838-6A35-4D9B-85A4-EA876E8033C8}" srcOrd="3" destOrd="0" parTransId="{6A50F973-EE4A-4F53-8392-CA7A99D943B4}" sibTransId="{373C5623-61FE-48FD-BF20-53D3CCC7169D}"/>
    <dgm:cxn modelId="{FF82D7EE-F2B1-4210-AFDF-12D5C7383D14}" srcId="{430B5D1D-90F1-4163-9AC4-DB57F88291A4}" destId="{B6C954B1-2167-4E73-A142-F26930C66667}" srcOrd="0" destOrd="0" parTransId="{F7DE43D4-5072-4D8C-8245-78CC6A796F2C}" sibTransId="{1FB09B3A-3EDB-4E93-8EAE-186E23FF30F9}"/>
    <dgm:cxn modelId="{EA6D9A88-8783-4B11-9FFC-68CD1B4DE938}" type="presParOf" srcId="{684B289B-4E41-4B58-AE06-CF61E4859361}" destId="{F5F17087-8356-42F3-A892-6BAE6D0474C4}" srcOrd="0" destOrd="0" presId="urn:microsoft.com/office/officeart/2018/5/layout/IconCircleLabelList"/>
    <dgm:cxn modelId="{036E7C87-7AEF-4EC9-A52C-F75120820993}" type="presParOf" srcId="{F5F17087-8356-42F3-A892-6BAE6D0474C4}" destId="{AFB203F3-751D-494E-B8AB-85BA93C16664}" srcOrd="0" destOrd="0" presId="urn:microsoft.com/office/officeart/2018/5/layout/IconCircleLabelList"/>
    <dgm:cxn modelId="{EFD411AC-796C-4E9F-9155-374889BFA75C}" type="presParOf" srcId="{F5F17087-8356-42F3-A892-6BAE6D0474C4}" destId="{4A071489-1875-4CDE-B13A-7ABFB4E526D6}" srcOrd="1" destOrd="0" presId="urn:microsoft.com/office/officeart/2018/5/layout/IconCircleLabelList"/>
    <dgm:cxn modelId="{2FD7339A-5A8C-4CDF-9468-3E547575478B}" type="presParOf" srcId="{F5F17087-8356-42F3-A892-6BAE6D0474C4}" destId="{4E10DC43-B75A-44B9-BAF5-32935B4018E1}" srcOrd="2" destOrd="0" presId="urn:microsoft.com/office/officeart/2018/5/layout/IconCircleLabelList"/>
    <dgm:cxn modelId="{66564D42-B118-45C5-8E1F-F856685FBA08}" type="presParOf" srcId="{F5F17087-8356-42F3-A892-6BAE6D0474C4}" destId="{BD348271-610E-4A20-B641-A784BC7BD73B}" srcOrd="3" destOrd="0" presId="urn:microsoft.com/office/officeart/2018/5/layout/IconCircleLabelList"/>
    <dgm:cxn modelId="{500E74E7-946D-4CB1-96A4-E1D70B69542D}" type="presParOf" srcId="{684B289B-4E41-4B58-AE06-CF61E4859361}" destId="{ED7F8E35-9B8B-4600-845A-7F3DFA5996CF}" srcOrd="1" destOrd="0" presId="urn:microsoft.com/office/officeart/2018/5/layout/IconCircleLabelList"/>
    <dgm:cxn modelId="{A0996E0A-B359-424D-84DE-DB7B45F60A84}" type="presParOf" srcId="{684B289B-4E41-4B58-AE06-CF61E4859361}" destId="{3E0481B3-599B-4E63-992B-B745A55E7207}" srcOrd="2" destOrd="0" presId="urn:microsoft.com/office/officeart/2018/5/layout/IconCircleLabelList"/>
    <dgm:cxn modelId="{7C492E68-C156-4112-A9FE-85A52753CA0F}" type="presParOf" srcId="{3E0481B3-599B-4E63-992B-B745A55E7207}" destId="{40EFE28F-5B4E-4597-ACAE-501322304438}" srcOrd="0" destOrd="0" presId="urn:microsoft.com/office/officeart/2018/5/layout/IconCircleLabelList"/>
    <dgm:cxn modelId="{31BE05B9-ED14-49A0-B2D6-79E00204349C}" type="presParOf" srcId="{3E0481B3-599B-4E63-992B-B745A55E7207}" destId="{72F692C8-C0CD-46CD-9F6F-DA0EC1F6BFD1}" srcOrd="1" destOrd="0" presId="urn:microsoft.com/office/officeart/2018/5/layout/IconCircleLabelList"/>
    <dgm:cxn modelId="{476972BA-FEA8-4937-9A1E-394EFC86B48B}" type="presParOf" srcId="{3E0481B3-599B-4E63-992B-B745A55E7207}" destId="{12690EC5-F110-4175-A995-ADAB702C5221}" srcOrd="2" destOrd="0" presId="urn:microsoft.com/office/officeart/2018/5/layout/IconCircleLabelList"/>
    <dgm:cxn modelId="{F13DCDA4-1356-4235-A27D-B90E1C981BA1}" type="presParOf" srcId="{3E0481B3-599B-4E63-992B-B745A55E7207}" destId="{07E101D8-54A8-4A4F-A633-E75C00A72647}" srcOrd="3" destOrd="0" presId="urn:microsoft.com/office/officeart/2018/5/layout/IconCircleLabelList"/>
    <dgm:cxn modelId="{11E40411-A756-45E2-98DE-9EF70D34840F}" type="presParOf" srcId="{684B289B-4E41-4B58-AE06-CF61E4859361}" destId="{53BFA5DD-5F6D-45AE-A70E-DDF787CE768E}" srcOrd="3" destOrd="0" presId="urn:microsoft.com/office/officeart/2018/5/layout/IconCircleLabelList"/>
    <dgm:cxn modelId="{0B8274B3-70DD-4D0F-B98D-A01693F09829}" type="presParOf" srcId="{684B289B-4E41-4B58-AE06-CF61E4859361}" destId="{248AB7DE-E4FA-4B70-9723-4579E9CE4A67}" srcOrd="4" destOrd="0" presId="urn:microsoft.com/office/officeart/2018/5/layout/IconCircleLabelList"/>
    <dgm:cxn modelId="{67CCC834-7FA1-473D-B6AC-653BD793E500}" type="presParOf" srcId="{248AB7DE-E4FA-4B70-9723-4579E9CE4A67}" destId="{034253A3-0A1A-4F3C-B78A-317872116C45}" srcOrd="0" destOrd="0" presId="urn:microsoft.com/office/officeart/2018/5/layout/IconCircleLabelList"/>
    <dgm:cxn modelId="{0FA83E06-278E-4BD7-8B4F-F9E4ABB76672}" type="presParOf" srcId="{248AB7DE-E4FA-4B70-9723-4579E9CE4A67}" destId="{E9D4F9B5-EA16-4491-8499-FEABF108AC2B}" srcOrd="1" destOrd="0" presId="urn:microsoft.com/office/officeart/2018/5/layout/IconCircleLabelList"/>
    <dgm:cxn modelId="{693FE006-F5BF-4ADE-8FBC-79F47A520FC0}" type="presParOf" srcId="{248AB7DE-E4FA-4B70-9723-4579E9CE4A67}" destId="{FB113B43-8E39-496F-AE38-A2CFE0986BD2}" srcOrd="2" destOrd="0" presId="urn:microsoft.com/office/officeart/2018/5/layout/IconCircleLabelList"/>
    <dgm:cxn modelId="{9F30E81C-C073-4E9F-8E22-D9F0D6A8EFA7}" type="presParOf" srcId="{248AB7DE-E4FA-4B70-9723-4579E9CE4A67}" destId="{8670A4A8-FE00-4C48-BC8B-2D2EDB371BFB}" srcOrd="3" destOrd="0" presId="urn:microsoft.com/office/officeart/2018/5/layout/IconCircleLabelList"/>
    <dgm:cxn modelId="{6194FCD6-72DB-444E-A01B-9CBEE2EDF767}" type="presParOf" srcId="{684B289B-4E41-4B58-AE06-CF61E4859361}" destId="{2AEC4281-1D5F-46CF-88EF-D294A2752A96}" srcOrd="5" destOrd="0" presId="urn:microsoft.com/office/officeart/2018/5/layout/IconCircleLabelList"/>
    <dgm:cxn modelId="{F8D4E43F-7B32-4D69-8292-44D9CD00EBD4}" type="presParOf" srcId="{684B289B-4E41-4B58-AE06-CF61E4859361}" destId="{C3F77ECF-8EB8-4E5F-AF6A-9A9F1A285282}" srcOrd="6" destOrd="0" presId="urn:microsoft.com/office/officeart/2018/5/layout/IconCircleLabelList"/>
    <dgm:cxn modelId="{18DF9886-61E2-4462-A4C1-0875A4304218}" type="presParOf" srcId="{C3F77ECF-8EB8-4E5F-AF6A-9A9F1A285282}" destId="{A4CB599E-60C8-4C2F-AFBA-CFAAA94D08C4}" srcOrd="0" destOrd="0" presId="urn:microsoft.com/office/officeart/2018/5/layout/IconCircleLabelList"/>
    <dgm:cxn modelId="{C26110E8-DEA0-40DE-B8A9-520B3FEBDBBD}" type="presParOf" srcId="{C3F77ECF-8EB8-4E5F-AF6A-9A9F1A285282}" destId="{75171D7F-A404-42E6-AC36-0C4892B0EB63}" srcOrd="1" destOrd="0" presId="urn:microsoft.com/office/officeart/2018/5/layout/IconCircleLabelList"/>
    <dgm:cxn modelId="{71F1CBC3-6BEB-43C9-B2FC-2A1F14B5DC2C}" type="presParOf" srcId="{C3F77ECF-8EB8-4E5F-AF6A-9A9F1A285282}" destId="{2D78618A-E8FD-48E4-B472-AAFE0594C0FE}" srcOrd="2" destOrd="0" presId="urn:microsoft.com/office/officeart/2018/5/layout/IconCircleLabelList"/>
    <dgm:cxn modelId="{DF76E981-0670-49BD-B711-799C895F4092}" type="presParOf" srcId="{C3F77ECF-8EB8-4E5F-AF6A-9A9F1A285282}" destId="{F978D83D-92B1-401B-B791-C9EFE03BA92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58E0A5-BCA3-4688-A689-A35BAEA824C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7141F03-75EE-41E8-9BEE-93919EFE399A}">
      <dgm:prSet/>
      <dgm:spPr/>
      <dgm:t>
        <a:bodyPr/>
        <a:lstStyle/>
        <a:p>
          <a:pPr>
            <a:defRPr b="1"/>
          </a:pPr>
          <a:r>
            <a:rPr lang="cs-CZ"/>
            <a:t>Tailscale</a:t>
          </a:r>
          <a:endParaRPr lang="en-US"/>
        </a:p>
      </dgm:t>
    </dgm:pt>
    <dgm:pt modelId="{2F2E65DE-DDE7-4298-BD7A-AF806875CC2F}" type="parTrans" cxnId="{94C81690-143F-4335-AAF3-959251D04C6E}">
      <dgm:prSet/>
      <dgm:spPr/>
      <dgm:t>
        <a:bodyPr/>
        <a:lstStyle/>
        <a:p>
          <a:endParaRPr lang="en-US"/>
        </a:p>
      </dgm:t>
    </dgm:pt>
    <dgm:pt modelId="{7DE6EE14-1107-4594-99A7-EE9E4B3B06B1}" type="sibTrans" cxnId="{94C81690-143F-4335-AAF3-959251D04C6E}">
      <dgm:prSet/>
      <dgm:spPr/>
      <dgm:t>
        <a:bodyPr/>
        <a:lstStyle/>
        <a:p>
          <a:endParaRPr lang="en-US"/>
        </a:p>
      </dgm:t>
    </dgm:pt>
    <dgm:pt modelId="{B98431FF-8B6B-43D3-978E-5E82375F5FFB}">
      <dgm:prSet/>
      <dgm:spPr/>
      <dgm:t>
        <a:bodyPr/>
        <a:lstStyle/>
        <a:p>
          <a:r>
            <a:rPr lang="cs-CZ"/>
            <a:t>VPN </a:t>
          </a:r>
          <a:endParaRPr lang="en-US"/>
        </a:p>
      </dgm:t>
    </dgm:pt>
    <dgm:pt modelId="{12116372-50AB-4361-AFF0-89947C4619F1}" type="parTrans" cxnId="{C82B2EEE-21D5-4612-8BFF-379EEC4BF098}">
      <dgm:prSet/>
      <dgm:spPr/>
      <dgm:t>
        <a:bodyPr/>
        <a:lstStyle/>
        <a:p>
          <a:endParaRPr lang="en-US"/>
        </a:p>
      </dgm:t>
    </dgm:pt>
    <dgm:pt modelId="{B27199F2-33F4-48C4-82E5-54B4C1AFBCFE}" type="sibTrans" cxnId="{C82B2EEE-21D5-4612-8BFF-379EEC4BF098}">
      <dgm:prSet/>
      <dgm:spPr/>
      <dgm:t>
        <a:bodyPr/>
        <a:lstStyle/>
        <a:p>
          <a:endParaRPr lang="en-US"/>
        </a:p>
      </dgm:t>
    </dgm:pt>
    <dgm:pt modelId="{4BEF2C8D-124B-4BDC-A3C0-13F88FDFDB8A}">
      <dgm:prSet/>
      <dgm:spPr/>
      <dgm:t>
        <a:bodyPr/>
        <a:lstStyle/>
        <a:p>
          <a:r>
            <a:rPr lang="cs-CZ"/>
            <a:t>Vytváří mesh síť – zařízení propojena přímo mezi sebou</a:t>
          </a:r>
          <a:endParaRPr lang="en-US"/>
        </a:p>
      </dgm:t>
    </dgm:pt>
    <dgm:pt modelId="{AC2074E2-CD17-4D94-9951-A751163EF917}" type="parTrans" cxnId="{42B3D089-5798-421B-9FB5-0349A976828A}">
      <dgm:prSet/>
      <dgm:spPr/>
      <dgm:t>
        <a:bodyPr/>
        <a:lstStyle/>
        <a:p>
          <a:endParaRPr lang="en-US"/>
        </a:p>
      </dgm:t>
    </dgm:pt>
    <dgm:pt modelId="{B42E4E66-98F4-43B1-A3D2-3620AD44E6CC}" type="sibTrans" cxnId="{42B3D089-5798-421B-9FB5-0349A976828A}">
      <dgm:prSet/>
      <dgm:spPr/>
      <dgm:t>
        <a:bodyPr/>
        <a:lstStyle/>
        <a:p>
          <a:endParaRPr lang="en-US"/>
        </a:p>
      </dgm:t>
    </dgm:pt>
    <dgm:pt modelId="{04AA983C-DAF8-43DA-A27A-BEE1155B6B09}">
      <dgm:prSet/>
      <dgm:spPr/>
      <dgm:t>
        <a:bodyPr/>
        <a:lstStyle/>
        <a:p>
          <a:r>
            <a:rPr lang="cs-CZ"/>
            <a:t>Pro správu</a:t>
          </a:r>
          <a:endParaRPr lang="en-US"/>
        </a:p>
      </dgm:t>
    </dgm:pt>
    <dgm:pt modelId="{469EAB86-3014-4396-80AC-C48AABCB25A3}" type="parTrans" cxnId="{55DF5231-C964-464B-9EB7-815EE6871637}">
      <dgm:prSet/>
      <dgm:spPr/>
      <dgm:t>
        <a:bodyPr/>
        <a:lstStyle/>
        <a:p>
          <a:endParaRPr lang="en-US"/>
        </a:p>
      </dgm:t>
    </dgm:pt>
    <dgm:pt modelId="{BC896D92-F1E4-405A-96C4-B5D07B14B22D}" type="sibTrans" cxnId="{55DF5231-C964-464B-9EB7-815EE6871637}">
      <dgm:prSet/>
      <dgm:spPr/>
      <dgm:t>
        <a:bodyPr/>
        <a:lstStyle/>
        <a:p>
          <a:endParaRPr lang="en-US"/>
        </a:p>
      </dgm:t>
    </dgm:pt>
    <dgm:pt modelId="{A9C728E9-7BEE-479E-828C-B28F153040E8}">
      <dgm:prSet/>
      <dgm:spPr/>
      <dgm:t>
        <a:bodyPr/>
        <a:lstStyle/>
        <a:p>
          <a:pPr>
            <a:defRPr b="1"/>
          </a:pPr>
          <a:r>
            <a:rPr lang="cs-CZ"/>
            <a:t>Cloudflare tunely</a:t>
          </a:r>
          <a:endParaRPr lang="en-US"/>
        </a:p>
      </dgm:t>
    </dgm:pt>
    <dgm:pt modelId="{8FEFB040-6830-4CFB-BAA5-4FE73739E430}" type="parTrans" cxnId="{835126BD-7D0B-4632-B5D8-EEF25F5FD313}">
      <dgm:prSet/>
      <dgm:spPr/>
      <dgm:t>
        <a:bodyPr/>
        <a:lstStyle/>
        <a:p>
          <a:endParaRPr lang="en-US"/>
        </a:p>
      </dgm:t>
    </dgm:pt>
    <dgm:pt modelId="{5A43EFD5-6793-4156-9E73-733A76EDA178}" type="sibTrans" cxnId="{835126BD-7D0B-4632-B5D8-EEF25F5FD313}">
      <dgm:prSet/>
      <dgm:spPr/>
      <dgm:t>
        <a:bodyPr/>
        <a:lstStyle/>
        <a:p>
          <a:endParaRPr lang="en-US"/>
        </a:p>
      </dgm:t>
    </dgm:pt>
    <dgm:pt modelId="{595CC5E2-3AEE-4BA3-B1B9-C932FD3D1548}">
      <dgm:prSet/>
      <dgm:spPr/>
      <dgm:t>
        <a:bodyPr/>
        <a:lstStyle/>
        <a:p>
          <a:r>
            <a:rPr lang="cs-CZ"/>
            <a:t>Běžný přístup pro rodinu</a:t>
          </a:r>
          <a:endParaRPr lang="en-US"/>
        </a:p>
      </dgm:t>
    </dgm:pt>
    <dgm:pt modelId="{2FF6281B-973D-457A-BED5-EDD4A0929D1B}" type="parTrans" cxnId="{540C8E53-AC04-490E-8706-761A2ECAC100}">
      <dgm:prSet/>
      <dgm:spPr/>
      <dgm:t>
        <a:bodyPr/>
        <a:lstStyle/>
        <a:p>
          <a:endParaRPr lang="en-US"/>
        </a:p>
      </dgm:t>
    </dgm:pt>
    <dgm:pt modelId="{E8F19B2F-A686-4DE7-B962-EA22266634B1}" type="sibTrans" cxnId="{540C8E53-AC04-490E-8706-761A2ECAC100}">
      <dgm:prSet/>
      <dgm:spPr/>
      <dgm:t>
        <a:bodyPr/>
        <a:lstStyle/>
        <a:p>
          <a:endParaRPr lang="en-US"/>
        </a:p>
      </dgm:t>
    </dgm:pt>
    <dgm:pt modelId="{C0D24DC8-FB79-4239-BA00-C9AE99781B3E}">
      <dgm:prSet/>
      <dgm:spPr/>
      <dgm:t>
        <a:bodyPr/>
        <a:lstStyle/>
        <a:p>
          <a:r>
            <a:rPr lang="cs-CZ"/>
            <a:t>Tunel mezi serverem a servery Cloudflare</a:t>
          </a:r>
          <a:endParaRPr lang="en-US"/>
        </a:p>
      </dgm:t>
    </dgm:pt>
    <dgm:pt modelId="{DF03E7F0-F135-4A45-9A64-D31802ED418E}" type="parTrans" cxnId="{FF11C74E-119D-490C-AF22-E2CD0A9C9583}">
      <dgm:prSet/>
      <dgm:spPr/>
      <dgm:t>
        <a:bodyPr/>
        <a:lstStyle/>
        <a:p>
          <a:endParaRPr lang="en-US"/>
        </a:p>
      </dgm:t>
    </dgm:pt>
    <dgm:pt modelId="{3A435DBD-7D46-4DB6-9330-713A6BC52411}" type="sibTrans" cxnId="{FF11C74E-119D-490C-AF22-E2CD0A9C9583}">
      <dgm:prSet/>
      <dgm:spPr/>
      <dgm:t>
        <a:bodyPr/>
        <a:lstStyle/>
        <a:p>
          <a:endParaRPr lang="en-US"/>
        </a:p>
      </dgm:t>
    </dgm:pt>
    <dgm:pt modelId="{FBD37DA6-2623-43C7-9FE9-A57F017A100B}">
      <dgm:prSet/>
      <dgm:spPr/>
      <dgm:t>
        <a:bodyPr/>
        <a:lstStyle/>
        <a:p>
          <a:r>
            <a:rPr lang="cs-CZ"/>
            <a:t>Není potřeba otevírat porty na routeru</a:t>
          </a:r>
          <a:endParaRPr lang="en-US"/>
        </a:p>
      </dgm:t>
    </dgm:pt>
    <dgm:pt modelId="{BF1B64BF-E02D-48A3-8FB8-BCFAC502520F}" type="parTrans" cxnId="{1400E920-32FB-4487-ACCF-05FCDE389448}">
      <dgm:prSet/>
      <dgm:spPr/>
      <dgm:t>
        <a:bodyPr/>
        <a:lstStyle/>
        <a:p>
          <a:endParaRPr lang="en-US"/>
        </a:p>
      </dgm:t>
    </dgm:pt>
    <dgm:pt modelId="{CFEDAD60-DA37-436F-8EA2-4221B3ECC14E}" type="sibTrans" cxnId="{1400E920-32FB-4487-ACCF-05FCDE389448}">
      <dgm:prSet/>
      <dgm:spPr/>
      <dgm:t>
        <a:bodyPr/>
        <a:lstStyle/>
        <a:p>
          <a:endParaRPr lang="en-US"/>
        </a:p>
      </dgm:t>
    </dgm:pt>
    <dgm:pt modelId="{4B2BF87A-265B-4542-86BF-8EC570BA23A6}">
      <dgm:prSet/>
      <dgm:spPr/>
      <dgm:t>
        <a:bodyPr/>
        <a:lstStyle/>
        <a:p>
          <a:r>
            <a:rPr lang="cs-CZ"/>
            <a:t>Automatická správa certifikátů</a:t>
          </a:r>
          <a:endParaRPr lang="en-US"/>
        </a:p>
      </dgm:t>
    </dgm:pt>
    <dgm:pt modelId="{D8D27AF7-51D5-4156-BDB7-72E4E047E072}" type="parTrans" cxnId="{86348692-35F3-4849-BEBF-23AE4205B026}">
      <dgm:prSet/>
      <dgm:spPr/>
      <dgm:t>
        <a:bodyPr/>
        <a:lstStyle/>
        <a:p>
          <a:endParaRPr lang="en-US"/>
        </a:p>
      </dgm:t>
    </dgm:pt>
    <dgm:pt modelId="{34D43659-1877-48ED-A61E-FDC06A59F23B}" type="sibTrans" cxnId="{86348692-35F3-4849-BEBF-23AE4205B026}">
      <dgm:prSet/>
      <dgm:spPr/>
      <dgm:t>
        <a:bodyPr/>
        <a:lstStyle/>
        <a:p>
          <a:endParaRPr lang="en-US"/>
        </a:p>
      </dgm:t>
    </dgm:pt>
    <dgm:pt modelId="{63139FCD-DB12-47CC-8D21-B655DA7F2BEE}" type="pres">
      <dgm:prSet presAssocID="{0D58E0A5-BCA3-4688-A689-A35BAEA824C1}" presName="root" presStyleCnt="0">
        <dgm:presLayoutVars>
          <dgm:dir/>
          <dgm:resizeHandles val="exact"/>
        </dgm:presLayoutVars>
      </dgm:prSet>
      <dgm:spPr/>
    </dgm:pt>
    <dgm:pt modelId="{C7794F70-51AE-48A2-8D96-97EC58EFD2F4}" type="pres">
      <dgm:prSet presAssocID="{57141F03-75EE-41E8-9BEE-93919EFE399A}" presName="compNode" presStyleCnt="0"/>
      <dgm:spPr/>
    </dgm:pt>
    <dgm:pt modelId="{6426581A-9DFC-471D-9A07-0725DC294473}" type="pres">
      <dgm:prSet presAssocID="{57141F03-75EE-41E8-9BEE-93919EFE39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17E4F239-CB4D-43CF-BEED-AC86FE68BD78}" type="pres">
      <dgm:prSet presAssocID="{57141F03-75EE-41E8-9BEE-93919EFE399A}" presName="iconSpace" presStyleCnt="0"/>
      <dgm:spPr/>
    </dgm:pt>
    <dgm:pt modelId="{EE9632A7-1ED6-4B34-A517-AB390C793F45}" type="pres">
      <dgm:prSet presAssocID="{57141F03-75EE-41E8-9BEE-93919EFE399A}" presName="parTx" presStyleLbl="revTx" presStyleIdx="0" presStyleCnt="4">
        <dgm:presLayoutVars>
          <dgm:chMax val="0"/>
          <dgm:chPref val="0"/>
        </dgm:presLayoutVars>
      </dgm:prSet>
      <dgm:spPr/>
    </dgm:pt>
    <dgm:pt modelId="{1A4CA914-3AD0-4762-8E29-C66533DFE8C3}" type="pres">
      <dgm:prSet presAssocID="{57141F03-75EE-41E8-9BEE-93919EFE399A}" presName="txSpace" presStyleCnt="0"/>
      <dgm:spPr/>
    </dgm:pt>
    <dgm:pt modelId="{7258D5C9-2539-4263-9747-8F814A5D6346}" type="pres">
      <dgm:prSet presAssocID="{57141F03-75EE-41E8-9BEE-93919EFE399A}" presName="desTx" presStyleLbl="revTx" presStyleIdx="1" presStyleCnt="4">
        <dgm:presLayoutVars/>
      </dgm:prSet>
      <dgm:spPr/>
    </dgm:pt>
    <dgm:pt modelId="{A9AEC794-8933-46B5-A41C-E42062B8B345}" type="pres">
      <dgm:prSet presAssocID="{7DE6EE14-1107-4594-99A7-EE9E4B3B06B1}" presName="sibTrans" presStyleCnt="0"/>
      <dgm:spPr/>
    </dgm:pt>
    <dgm:pt modelId="{F906FF3C-173A-4B33-BEB0-1E2058BD7B37}" type="pres">
      <dgm:prSet presAssocID="{A9C728E9-7BEE-479E-828C-B28F153040E8}" presName="compNode" presStyleCnt="0"/>
      <dgm:spPr/>
    </dgm:pt>
    <dgm:pt modelId="{BFCB0FD1-0B63-4852-BC89-3754D2B72226}" type="pres">
      <dgm:prSet presAssocID="{A9C728E9-7BEE-479E-828C-B28F153040E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5DA1A338-7D02-4E7F-A9D6-41B82DBE6ADC}" type="pres">
      <dgm:prSet presAssocID="{A9C728E9-7BEE-479E-828C-B28F153040E8}" presName="iconSpace" presStyleCnt="0"/>
      <dgm:spPr/>
    </dgm:pt>
    <dgm:pt modelId="{CCA6F14C-A61E-40AC-BDC5-7FC560B875D7}" type="pres">
      <dgm:prSet presAssocID="{A9C728E9-7BEE-479E-828C-B28F153040E8}" presName="parTx" presStyleLbl="revTx" presStyleIdx="2" presStyleCnt="4">
        <dgm:presLayoutVars>
          <dgm:chMax val="0"/>
          <dgm:chPref val="0"/>
        </dgm:presLayoutVars>
      </dgm:prSet>
      <dgm:spPr/>
    </dgm:pt>
    <dgm:pt modelId="{CBEE3821-BEEB-4DA3-A018-EEE663B63E37}" type="pres">
      <dgm:prSet presAssocID="{A9C728E9-7BEE-479E-828C-B28F153040E8}" presName="txSpace" presStyleCnt="0"/>
      <dgm:spPr/>
    </dgm:pt>
    <dgm:pt modelId="{B9F32D75-F8BA-4D80-923E-0D8B513C57E7}" type="pres">
      <dgm:prSet presAssocID="{A9C728E9-7BEE-479E-828C-B28F153040E8}" presName="desTx" presStyleLbl="revTx" presStyleIdx="3" presStyleCnt="4">
        <dgm:presLayoutVars/>
      </dgm:prSet>
      <dgm:spPr/>
    </dgm:pt>
  </dgm:ptLst>
  <dgm:cxnLst>
    <dgm:cxn modelId="{6B18D015-E552-4974-B5BA-5EA78C2F8728}" type="presOf" srcId="{C0D24DC8-FB79-4239-BA00-C9AE99781B3E}" destId="{B9F32D75-F8BA-4D80-923E-0D8B513C57E7}" srcOrd="0" destOrd="1" presId="urn:microsoft.com/office/officeart/2018/5/layout/CenteredIconLabelDescriptionList"/>
    <dgm:cxn modelId="{1400E920-32FB-4487-ACCF-05FCDE389448}" srcId="{A9C728E9-7BEE-479E-828C-B28F153040E8}" destId="{FBD37DA6-2623-43C7-9FE9-A57F017A100B}" srcOrd="2" destOrd="0" parTransId="{BF1B64BF-E02D-48A3-8FB8-BCFAC502520F}" sibTransId="{CFEDAD60-DA37-436F-8EA2-4221B3ECC14E}"/>
    <dgm:cxn modelId="{55DF5231-C964-464B-9EB7-815EE6871637}" srcId="{57141F03-75EE-41E8-9BEE-93919EFE399A}" destId="{04AA983C-DAF8-43DA-A27A-BEE1155B6B09}" srcOrd="2" destOrd="0" parTransId="{469EAB86-3014-4396-80AC-C48AABCB25A3}" sibTransId="{BC896D92-F1E4-405A-96C4-B5D07B14B22D}"/>
    <dgm:cxn modelId="{BA866744-EE7B-477E-8AEC-7E2BCC11629F}" type="presOf" srcId="{0D58E0A5-BCA3-4688-A689-A35BAEA824C1}" destId="{63139FCD-DB12-47CC-8D21-B655DA7F2BEE}" srcOrd="0" destOrd="0" presId="urn:microsoft.com/office/officeart/2018/5/layout/CenteredIconLabelDescriptionList"/>
    <dgm:cxn modelId="{CC2F8C4A-5B6C-42C2-90D1-CF4B82F363EC}" type="presOf" srcId="{4BEF2C8D-124B-4BDC-A3C0-13F88FDFDB8A}" destId="{7258D5C9-2539-4263-9747-8F814A5D6346}" srcOrd="0" destOrd="1" presId="urn:microsoft.com/office/officeart/2018/5/layout/CenteredIconLabelDescriptionList"/>
    <dgm:cxn modelId="{FF11C74E-119D-490C-AF22-E2CD0A9C9583}" srcId="{A9C728E9-7BEE-479E-828C-B28F153040E8}" destId="{C0D24DC8-FB79-4239-BA00-C9AE99781B3E}" srcOrd="1" destOrd="0" parTransId="{DF03E7F0-F135-4A45-9A64-D31802ED418E}" sibTransId="{3A435DBD-7D46-4DB6-9330-713A6BC52411}"/>
    <dgm:cxn modelId="{540C8E53-AC04-490E-8706-761A2ECAC100}" srcId="{A9C728E9-7BEE-479E-828C-B28F153040E8}" destId="{595CC5E2-3AEE-4BA3-B1B9-C932FD3D1548}" srcOrd="0" destOrd="0" parTransId="{2FF6281B-973D-457A-BED5-EDD4A0929D1B}" sibTransId="{E8F19B2F-A686-4DE7-B962-EA22266634B1}"/>
    <dgm:cxn modelId="{42B3D089-5798-421B-9FB5-0349A976828A}" srcId="{57141F03-75EE-41E8-9BEE-93919EFE399A}" destId="{4BEF2C8D-124B-4BDC-A3C0-13F88FDFDB8A}" srcOrd="1" destOrd="0" parTransId="{AC2074E2-CD17-4D94-9951-A751163EF917}" sibTransId="{B42E4E66-98F4-43B1-A3D2-3620AD44E6CC}"/>
    <dgm:cxn modelId="{94C81690-143F-4335-AAF3-959251D04C6E}" srcId="{0D58E0A5-BCA3-4688-A689-A35BAEA824C1}" destId="{57141F03-75EE-41E8-9BEE-93919EFE399A}" srcOrd="0" destOrd="0" parTransId="{2F2E65DE-DDE7-4298-BD7A-AF806875CC2F}" sibTransId="{7DE6EE14-1107-4594-99A7-EE9E4B3B06B1}"/>
    <dgm:cxn modelId="{86348692-35F3-4849-BEBF-23AE4205B026}" srcId="{A9C728E9-7BEE-479E-828C-B28F153040E8}" destId="{4B2BF87A-265B-4542-86BF-8EC570BA23A6}" srcOrd="3" destOrd="0" parTransId="{D8D27AF7-51D5-4156-BDB7-72E4E047E072}" sibTransId="{34D43659-1877-48ED-A61E-FDC06A59F23B}"/>
    <dgm:cxn modelId="{96BFFA92-9DC8-44A2-AA41-3091E350CB90}" type="presOf" srcId="{04AA983C-DAF8-43DA-A27A-BEE1155B6B09}" destId="{7258D5C9-2539-4263-9747-8F814A5D6346}" srcOrd="0" destOrd="2" presId="urn:microsoft.com/office/officeart/2018/5/layout/CenteredIconLabelDescriptionList"/>
    <dgm:cxn modelId="{34818093-BD8C-476A-9A78-A3082D1E8331}" type="presOf" srcId="{57141F03-75EE-41E8-9BEE-93919EFE399A}" destId="{EE9632A7-1ED6-4B34-A517-AB390C793F45}" srcOrd="0" destOrd="0" presId="urn:microsoft.com/office/officeart/2018/5/layout/CenteredIconLabelDescriptionList"/>
    <dgm:cxn modelId="{74F92795-BF53-4765-90C9-8A1DC2F48206}" type="presOf" srcId="{595CC5E2-3AEE-4BA3-B1B9-C932FD3D1548}" destId="{B9F32D75-F8BA-4D80-923E-0D8B513C57E7}" srcOrd="0" destOrd="0" presId="urn:microsoft.com/office/officeart/2018/5/layout/CenteredIconLabelDescriptionList"/>
    <dgm:cxn modelId="{101500B1-70F2-49B1-ADFB-037BCDE2365E}" type="presOf" srcId="{4B2BF87A-265B-4542-86BF-8EC570BA23A6}" destId="{B9F32D75-F8BA-4D80-923E-0D8B513C57E7}" srcOrd="0" destOrd="3" presId="urn:microsoft.com/office/officeart/2018/5/layout/CenteredIconLabelDescriptionList"/>
    <dgm:cxn modelId="{835126BD-7D0B-4632-B5D8-EEF25F5FD313}" srcId="{0D58E0A5-BCA3-4688-A689-A35BAEA824C1}" destId="{A9C728E9-7BEE-479E-828C-B28F153040E8}" srcOrd="1" destOrd="0" parTransId="{8FEFB040-6830-4CFB-BAA5-4FE73739E430}" sibTransId="{5A43EFD5-6793-4156-9E73-733A76EDA178}"/>
    <dgm:cxn modelId="{B1C5FCBD-2DA3-4EDE-902E-1B101912C059}" type="presOf" srcId="{B98431FF-8B6B-43D3-978E-5E82375F5FFB}" destId="{7258D5C9-2539-4263-9747-8F814A5D6346}" srcOrd="0" destOrd="0" presId="urn:microsoft.com/office/officeart/2018/5/layout/CenteredIconLabelDescriptionList"/>
    <dgm:cxn modelId="{594E98C0-E2C1-4232-BB83-066A740D12EB}" type="presOf" srcId="{FBD37DA6-2623-43C7-9FE9-A57F017A100B}" destId="{B9F32D75-F8BA-4D80-923E-0D8B513C57E7}" srcOrd="0" destOrd="2" presId="urn:microsoft.com/office/officeart/2018/5/layout/CenteredIconLabelDescriptionList"/>
    <dgm:cxn modelId="{48E77FC1-0D9A-44F7-8CFF-1DD529D08D18}" type="presOf" srcId="{A9C728E9-7BEE-479E-828C-B28F153040E8}" destId="{CCA6F14C-A61E-40AC-BDC5-7FC560B875D7}" srcOrd="0" destOrd="0" presId="urn:microsoft.com/office/officeart/2018/5/layout/CenteredIconLabelDescriptionList"/>
    <dgm:cxn modelId="{C82B2EEE-21D5-4612-8BFF-379EEC4BF098}" srcId="{57141F03-75EE-41E8-9BEE-93919EFE399A}" destId="{B98431FF-8B6B-43D3-978E-5E82375F5FFB}" srcOrd="0" destOrd="0" parTransId="{12116372-50AB-4361-AFF0-89947C4619F1}" sibTransId="{B27199F2-33F4-48C4-82E5-54B4C1AFBCFE}"/>
    <dgm:cxn modelId="{5610D737-6830-490B-BDB3-CAB78D4CAF47}" type="presParOf" srcId="{63139FCD-DB12-47CC-8D21-B655DA7F2BEE}" destId="{C7794F70-51AE-48A2-8D96-97EC58EFD2F4}" srcOrd="0" destOrd="0" presId="urn:microsoft.com/office/officeart/2018/5/layout/CenteredIconLabelDescriptionList"/>
    <dgm:cxn modelId="{D86929C6-EB73-425C-B1DD-DFCB476AC3F3}" type="presParOf" srcId="{C7794F70-51AE-48A2-8D96-97EC58EFD2F4}" destId="{6426581A-9DFC-471D-9A07-0725DC294473}" srcOrd="0" destOrd="0" presId="urn:microsoft.com/office/officeart/2018/5/layout/CenteredIconLabelDescriptionList"/>
    <dgm:cxn modelId="{02C6351F-6D35-4154-B034-DD5A00AA2F74}" type="presParOf" srcId="{C7794F70-51AE-48A2-8D96-97EC58EFD2F4}" destId="{17E4F239-CB4D-43CF-BEED-AC86FE68BD78}" srcOrd="1" destOrd="0" presId="urn:microsoft.com/office/officeart/2018/5/layout/CenteredIconLabelDescriptionList"/>
    <dgm:cxn modelId="{37FAAB53-3CDE-448D-AE58-F8264E494830}" type="presParOf" srcId="{C7794F70-51AE-48A2-8D96-97EC58EFD2F4}" destId="{EE9632A7-1ED6-4B34-A517-AB390C793F45}" srcOrd="2" destOrd="0" presId="urn:microsoft.com/office/officeart/2018/5/layout/CenteredIconLabelDescriptionList"/>
    <dgm:cxn modelId="{614A6FD6-11BE-4422-BD65-D822CF25BAED}" type="presParOf" srcId="{C7794F70-51AE-48A2-8D96-97EC58EFD2F4}" destId="{1A4CA914-3AD0-4762-8E29-C66533DFE8C3}" srcOrd="3" destOrd="0" presId="urn:microsoft.com/office/officeart/2018/5/layout/CenteredIconLabelDescriptionList"/>
    <dgm:cxn modelId="{925E5E57-BDEB-43E5-8A61-417A1EBD9B24}" type="presParOf" srcId="{C7794F70-51AE-48A2-8D96-97EC58EFD2F4}" destId="{7258D5C9-2539-4263-9747-8F814A5D6346}" srcOrd="4" destOrd="0" presId="urn:microsoft.com/office/officeart/2018/5/layout/CenteredIconLabelDescriptionList"/>
    <dgm:cxn modelId="{8DEBD4C0-90AF-4F59-AA9E-CCC4DC50FC8D}" type="presParOf" srcId="{63139FCD-DB12-47CC-8D21-B655DA7F2BEE}" destId="{A9AEC794-8933-46B5-A41C-E42062B8B345}" srcOrd="1" destOrd="0" presId="urn:microsoft.com/office/officeart/2018/5/layout/CenteredIconLabelDescriptionList"/>
    <dgm:cxn modelId="{7052E81A-F5BE-4BFE-8590-C2C82E905429}" type="presParOf" srcId="{63139FCD-DB12-47CC-8D21-B655DA7F2BEE}" destId="{F906FF3C-173A-4B33-BEB0-1E2058BD7B37}" srcOrd="2" destOrd="0" presId="urn:microsoft.com/office/officeart/2018/5/layout/CenteredIconLabelDescriptionList"/>
    <dgm:cxn modelId="{9C3AF876-3F0F-478D-8139-481CC0A3C859}" type="presParOf" srcId="{F906FF3C-173A-4B33-BEB0-1E2058BD7B37}" destId="{BFCB0FD1-0B63-4852-BC89-3754D2B72226}" srcOrd="0" destOrd="0" presId="urn:microsoft.com/office/officeart/2018/5/layout/CenteredIconLabelDescriptionList"/>
    <dgm:cxn modelId="{DF804BF8-A316-48C7-9630-7066E927E9B8}" type="presParOf" srcId="{F906FF3C-173A-4B33-BEB0-1E2058BD7B37}" destId="{5DA1A338-7D02-4E7F-A9D6-41B82DBE6ADC}" srcOrd="1" destOrd="0" presId="urn:microsoft.com/office/officeart/2018/5/layout/CenteredIconLabelDescriptionList"/>
    <dgm:cxn modelId="{14F0099F-9250-4344-9B8F-D5C07C0B0985}" type="presParOf" srcId="{F906FF3C-173A-4B33-BEB0-1E2058BD7B37}" destId="{CCA6F14C-A61E-40AC-BDC5-7FC560B875D7}" srcOrd="2" destOrd="0" presId="urn:microsoft.com/office/officeart/2018/5/layout/CenteredIconLabelDescriptionList"/>
    <dgm:cxn modelId="{34FE8DFF-06FF-4EAD-905E-FC26DD0D2923}" type="presParOf" srcId="{F906FF3C-173A-4B33-BEB0-1E2058BD7B37}" destId="{CBEE3821-BEEB-4DA3-A018-EEE663B63E37}" srcOrd="3" destOrd="0" presId="urn:microsoft.com/office/officeart/2018/5/layout/CenteredIconLabelDescriptionList"/>
    <dgm:cxn modelId="{C7DD0BB1-3CC3-4BF7-AABA-B06D1F23A650}" type="presParOf" srcId="{F906FF3C-173A-4B33-BEB0-1E2058BD7B37}" destId="{B9F32D75-F8BA-4D80-923E-0D8B513C57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F66DD-B2E1-4A7E-965D-1B312F055209}">
      <dsp:nvSpPr>
        <dsp:cNvPr id="0" name=""/>
        <dsp:cNvSpPr/>
      </dsp:nvSpPr>
      <dsp:spPr>
        <a:xfrm>
          <a:off x="3496905" y="1846"/>
          <a:ext cx="3934018" cy="8881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Sjednocení chytré domácnosti</a:t>
          </a:r>
          <a:endParaRPr lang="en-US" sz="2500" kern="1200"/>
        </a:p>
      </dsp:txBody>
      <dsp:txXfrm>
        <a:off x="3540260" y="45201"/>
        <a:ext cx="3847308" cy="801413"/>
      </dsp:txXfrm>
    </dsp:sp>
    <dsp:sp modelId="{73E8AB47-3F70-42B9-BA1B-B60F0FB56927}">
      <dsp:nvSpPr>
        <dsp:cNvPr id="0" name=""/>
        <dsp:cNvSpPr/>
      </dsp:nvSpPr>
      <dsp:spPr>
        <a:xfrm>
          <a:off x="3496905" y="934376"/>
          <a:ext cx="3934018" cy="8881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Zálohování fotek</a:t>
          </a:r>
          <a:endParaRPr lang="en-US" sz="2500" kern="1200"/>
        </a:p>
      </dsp:txBody>
      <dsp:txXfrm>
        <a:off x="3540260" y="977731"/>
        <a:ext cx="3847308" cy="801413"/>
      </dsp:txXfrm>
    </dsp:sp>
    <dsp:sp modelId="{FED0ABC1-2833-474C-A014-E6224824E11E}">
      <dsp:nvSpPr>
        <dsp:cNvPr id="0" name=""/>
        <dsp:cNvSpPr/>
      </dsp:nvSpPr>
      <dsp:spPr>
        <a:xfrm>
          <a:off x="3496905" y="1866905"/>
          <a:ext cx="3934018" cy="8881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Streamování médií</a:t>
          </a:r>
          <a:endParaRPr lang="en-US" sz="2500" kern="1200"/>
        </a:p>
      </dsp:txBody>
      <dsp:txXfrm>
        <a:off x="3540260" y="1910260"/>
        <a:ext cx="3847308" cy="801413"/>
      </dsp:txXfrm>
    </dsp:sp>
    <dsp:sp modelId="{2BA5DF8C-5456-4087-9830-AC1571BDCA8D}">
      <dsp:nvSpPr>
        <dsp:cNvPr id="0" name=""/>
        <dsp:cNvSpPr/>
      </dsp:nvSpPr>
      <dsp:spPr>
        <a:xfrm>
          <a:off x="3496905" y="2799435"/>
          <a:ext cx="3934018" cy="8881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Síťové uložiště</a:t>
          </a:r>
          <a:endParaRPr lang="en-US" sz="2500" kern="1200"/>
        </a:p>
      </dsp:txBody>
      <dsp:txXfrm>
        <a:off x="3540260" y="2842790"/>
        <a:ext cx="3847308" cy="801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B203F3-751D-494E-B8AB-85BA93C16664}">
      <dsp:nvSpPr>
        <dsp:cNvPr id="0" name=""/>
        <dsp:cNvSpPr/>
      </dsp:nvSpPr>
      <dsp:spPr>
        <a:xfrm>
          <a:off x="56292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71489-1875-4CDE-B13A-7ABFB4E526D6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48271-610E-4A20-B641-A784BC7BD73B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800" kern="1200"/>
            <a:t>CPU: AMD FX-8370</a:t>
          </a:r>
          <a:endParaRPr lang="en-US" sz="1800" kern="1200"/>
        </a:p>
      </dsp:txBody>
      <dsp:txXfrm>
        <a:off x="100682" y="2432898"/>
        <a:ext cx="2370489" cy="720000"/>
      </dsp:txXfrm>
    </dsp:sp>
    <dsp:sp modelId="{40EFE28F-5B4E-4597-ACAE-501322304438}">
      <dsp:nvSpPr>
        <dsp:cNvPr id="0" name=""/>
        <dsp:cNvSpPr/>
      </dsp:nvSpPr>
      <dsp:spPr>
        <a:xfrm>
          <a:off x="334825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692C8-C0CD-46CD-9F6F-DA0EC1F6BFD1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101D8-54A8-4A4F-A633-E75C00A72647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800" kern="1200"/>
            <a:t>RAM: 32 GB DDR3</a:t>
          </a:r>
          <a:endParaRPr lang="en-US" sz="1800" kern="1200"/>
        </a:p>
      </dsp:txBody>
      <dsp:txXfrm>
        <a:off x="2886007" y="2432898"/>
        <a:ext cx="2370489" cy="720000"/>
      </dsp:txXfrm>
    </dsp:sp>
    <dsp:sp modelId="{034253A3-0A1A-4F3C-B78A-317872116C45}">
      <dsp:nvSpPr>
        <dsp:cNvPr id="0" name=""/>
        <dsp:cNvSpPr/>
      </dsp:nvSpPr>
      <dsp:spPr>
        <a:xfrm>
          <a:off x="613357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4F9B5-EA16-4491-8499-FEABF108AC2B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0A4A8-FE00-4C48-BC8B-2D2EDB371BFB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800" kern="1200"/>
            <a:t>Úložiště: 4 disky, celkem 5,25 TB</a:t>
          </a:r>
          <a:endParaRPr lang="en-US" sz="1800" kern="1200"/>
        </a:p>
      </dsp:txBody>
      <dsp:txXfrm>
        <a:off x="5671332" y="2432898"/>
        <a:ext cx="2370489" cy="720000"/>
      </dsp:txXfrm>
    </dsp:sp>
    <dsp:sp modelId="{A4CB599E-60C8-4C2F-AFBA-CFAAA94D08C4}">
      <dsp:nvSpPr>
        <dsp:cNvPr id="0" name=""/>
        <dsp:cNvSpPr/>
      </dsp:nvSpPr>
      <dsp:spPr>
        <a:xfrm>
          <a:off x="891890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71D7F-A404-42E6-AC36-0C4892B0EB63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8D83D-92B1-401B-B791-C9EFE03BA926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800" kern="1200"/>
            <a:t>Připojení: Ethernet, Bluetooth 4.0</a:t>
          </a:r>
          <a:endParaRPr lang="en-US" sz="1800" kern="1200"/>
        </a:p>
      </dsp:txBody>
      <dsp:txXfrm>
        <a:off x="8456657" y="24328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26581A-9DFC-471D-9A07-0725DC294473}">
      <dsp:nvSpPr>
        <dsp:cNvPr id="0" name=""/>
        <dsp:cNvSpPr/>
      </dsp:nvSpPr>
      <dsp:spPr>
        <a:xfrm>
          <a:off x="2169914" y="28812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632A7-1ED6-4B34-A517-AB390C793F45}">
      <dsp:nvSpPr>
        <dsp:cNvPr id="0" name=""/>
        <dsp:cNvSpPr/>
      </dsp:nvSpPr>
      <dsp:spPr>
        <a:xfrm>
          <a:off x="765914" y="195563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3600" kern="1200"/>
            <a:t>Tailscale</a:t>
          </a:r>
          <a:endParaRPr lang="en-US" sz="3600" kern="1200"/>
        </a:p>
      </dsp:txBody>
      <dsp:txXfrm>
        <a:off x="765914" y="1955639"/>
        <a:ext cx="4320000" cy="648000"/>
      </dsp:txXfrm>
    </dsp:sp>
    <dsp:sp modelId="{7258D5C9-2539-4263-9747-8F814A5D6346}">
      <dsp:nvSpPr>
        <dsp:cNvPr id="0" name=""/>
        <dsp:cNvSpPr/>
      </dsp:nvSpPr>
      <dsp:spPr>
        <a:xfrm>
          <a:off x="765914" y="2675970"/>
          <a:ext cx="4320000" cy="1228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VPN 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Vytváří mesh síť – zařízení propojena přímo mezi sebou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Pro správu</a:t>
          </a:r>
          <a:endParaRPr lang="en-US" sz="1700" kern="1200"/>
        </a:p>
      </dsp:txBody>
      <dsp:txXfrm>
        <a:off x="765914" y="2675970"/>
        <a:ext cx="4320000" cy="1228707"/>
      </dsp:txXfrm>
    </dsp:sp>
    <dsp:sp modelId="{BFCB0FD1-0B63-4852-BC89-3754D2B72226}">
      <dsp:nvSpPr>
        <dsp:cNvPr id="0" name=""/>
        <dsp:cNvSpPr/>
      </dsp:nvSpPr>
      <dsp:spPr>
        <a:xfrm>
          <a:off x="7245914" y="28812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6F14C-A61E-40AC-BDC5-7FC560B875D7}">
      <dsp:nvSpPr>
        <dsp:cNvPr id="0" name=""/>
        <dsp:cNvSpPr/>
      </dsp:nvSpPr>
      <dsp:spPr>
        <a:xfrm>
          <a:off x="5841914" y="195563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3600" kern="1200"/>
            <a:t>Cloudflare tunely</a:t>
          </a:r>
          <a:endParaRPr lang="en-US" sz="3600" kern="1200"/>
        </a:p>
      </dsp:txBody>
      <dsp:txXfrm>
        <a:off x="5841914" y="1955639"/>
        <a:ext cx="4320000" cy="648000"/>
      </dsp:txXfrm>
    </dsp:sp>
    <dsp:sp modelId="{B9F32D75-F8BA-4D80-923E-0D8B513C57E7}">
      <dsp:nvSpPr>
        <dsp:cNvPr id="0" name=""/>
        <dsp:cNvSpPr/>
      </dsp:nvSpPr>
      <dsp:spPr>
        <a:xfrm>
          <a:off x="5841914" y="2675970"/>
          <a:ext cx="4320000" cy="1228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Běžný přístup pro rodinu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Tunel mezi serverem a servery Cloudflare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Není potřeba otevírat porty na routeru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/>
            <a:t>Automatická správa certifikátů</a:t>
          </a:r>
          <a:endParaRPr lang="en-US" sz="1700" kern="1200"/>
        </a:p>
      </dsp:txBody>
      <dsp:txXfrm>
        <a:off x="5841914" y="2675970"/>
        <a:ext cx="4320000" cy="1228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52A57-3C79-462F-BEFB-13F79895AF9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2A7E3-E04B-47EB-9E5B-EE1B48A9C97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648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2A7E3-E04B-47EB-9E5B-EE1B48A9C970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6401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A8982B-7FBA-A085-5E2A-4D91B0D2C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B062896-BB9F-44EC-A9A2-2E72FA977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4C12567-1F1D-785C-6057-CE934131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42DD7E6-D133-F6DB-35B3-8D0A80884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D152E67-501E-212A-F212-D5B14BC4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52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8180CC-EC5E-9C0C-62E6-BE0D8088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151711-5EE6-9748-BD4C-9FF3220BC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320EF43-91C9-F740-A0F6-C631D496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71D13D6-B093-2DAA-B259-869B62C1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D5009B-028B-17DA-E25A-9942EB20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2602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08A7F5-BCAE-C625-237D-8188D141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8088441-0026-5B06-A1B2-E5B9E65A5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7043E83-0FD5-11A3-1483-C74EE8F0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EFF9836-7588-8A87-5034-F704088E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411FE03-1571-C52A-781E-97132743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002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2FF159-CA10-1605-222A-06AE022D2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2C90B2-53D5-55E5-C341-12FB86D8B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16F85CB-F2C7-E6F7-B552-535BE2DB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580FF32-84AD-AF86-5C8C-3B122713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9545C3D-BFE7-46AE-C16E-69EB9D81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E80C68F-63F2-E19F-914E-14EF605B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9892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E24AE4-7A69-3BC7-B2AF-33B8ACFE3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8930E7E-7010-0A9E-F5FE-1696D8555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EAEFFED-88B5-822E-0AFB-34F402142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D6D4D25-2176-1BED-34A0-331DFD396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0ABE4FD-E0A3-5C9C-FD18-5A8145CA5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A266146-FD66-81DD-22B5-881A3CF3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B7C71CF-43C3-8B8F-7830-6C7E0479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9349369-5710-A814-7160-A8B02A46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685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B65871-4BA8-ED48-3DD7-07B4BCF5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77EE304-7038-340E-F8AC-26365644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751A8D1-D8DC-09FD-3633-5D387C1D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50F83BF-BB2E-D476-40CC-9FB3AFDD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294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33F1F78-FF3D-9947-63AE-1B1E133E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383BFB5-82C3-03C4-27EC-C48A45EA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F0C26D7-AA5D-E06E-C24F-F83346B0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102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0561CB-D3F2-DA71-3810-401EAD45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109584-19E5-3BA5-2176-060D1EB55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350E662-EEB3-DC3C-B9DF-6F5F8A187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0268252-18EE-C41B-6703-B5D864A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7F27C18-C0F0-76D8-1F32-A41AA1DF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D126C6F-3960-8BE9-5D49-56164B09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713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5CBE61-152E-CC87-A472-97E40812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09B4C5A-DAD7-CFB3-6EE7-41A4C49DE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3DF5F6B-F47C-9B56-C904-D87EA1728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DDB8844-DF96-C60E-F8EE-FE3660F1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B332D71-6D15-BE7D-0036-AAB94FCF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2599B6A-2D1D-D031-EA34-8A69885D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840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6B3202-11AE-A832-163A-9B6FCFA7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C2C35D4-F59E-8B89-BFA3-3EE66BA88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EB437-94D6-877A-46D9-07447630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57F2FC-5D8C-7A10-7ADA-C51B9C7D4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5C3E95D-6760-1906-DB85-290271B6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871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E4D8DA4-BB00-2CEB-CE23-1835CE55D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7C1FFE3-7C82-F8F6-1828-7E01A8B8A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F5CCF25-919B-FB4E-2EF0-E6AA8783D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3552FCD-1F7B-DAFC-AB8B-A9BA44F4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444030-6DFE-936F-66B8-5A1921ED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853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944F501-68F3-F750-2D05-C2DEC34D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5A22A0B-A241-910E-3BA9-76262B00A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BBE479C-6DEF-D11C-6900-FCE8188A0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05FA7-031F-47A5-9767-8C625D1FEAF8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3269B1F-AE33-3FE1-D350-F7003A523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4489B0-B107-860E-B6E0-D4ACB0FC4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7D818-7B1A-4B92-B472-79554E541F9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902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mich.teres4.win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a.teres4.win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4B8E18E-ADD8-A725-D07B-E198AE531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cs-CZ" sz="4800">
                <a:solidFill>
                  <a:srgbClr val="FFFFFF"/>
                </a:solidFill>
              </a:rPr>
              <a:t>Domácí server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7BC792C-E0EA-562A-807A-8BC26627A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cs-CZ" dirty="0"/>
              <a:t>Teresa Foltová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54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88401FA-CB44-EF50-A536-22D1B8449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Motivace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0770549C-2B7F-D1C0-9F6B-E930973755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86777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0601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D844B40-39EA-F98C-1A29-97DC321A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Hardware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2826F846-6C76-5F5F-25B3-6CF78A2D6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57549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541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5457E3A-332F-770B-3078-0D0BE070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cs-CZ" sz="4000"/>
              <a:t>Software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8B158E-20D1-283C-F914-B4A0E92EB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cs-CZ" sz="2000" dirty="0"/>
              <a:t>OS: </a:t>
            </a:r>
            <a:r>
              <a:rPr lang="cs-CZ" sz="2000" dirty="0" err="1"/>
              <a:t>Debian</a:t>
            </a:r>
            <a:r>
              <a:rPr lang="cs-CZ" sz="2000" dirty="0"/>
              <a:t> 12</a:t>
            </a:r>
          </a:p>
          <a:p>
            <a:r>
              <a:rPr lang="cs-CZ" sz="2000" dirty="0"/>
              <a:t>Vše v </a:t>
            </a:r>
            <a:r>
              <a:rPr lang="cs-CZ" sz="2000" dirty="0" err="1"/>
              <a:t>docker</a:t>
            </a:r>
            <a:r>
              <a:rPr lang="cs-CZ" sz="2000" dirty="0"/>
              <a:t> kontejnerech</a:t>
            </a:r>
          </a:p>
          <a:p>
            <a:r>
              <a:rPr lang="cs-CZ" sz="2000" dirty="0"/>
              <a:t>Správa pomocí </a:t>
            </a:r>
            <a:r>
              <a:rPr lang="cs-CZ" sz="2000" dirty="0" err="1"/>
              <a:t>Portainer</a:t>
            </a:r>
            <a:endParaRPr lang="cs-CZ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Obrázek 3" descr="Obsah obrázku text, snímek obrazovky, software, číslo&#10;&#10;Obsah generovaný pomocí AI může být nesprávný.">
            <a:extLst>
              <a:ext uri="{FF2B5EF4-FFF2-40B4-BE49-F238E27FC236}">
                <a16:creationId xmlns:a16="http://schemas.microsoft.com/office/drawing/2014/main" id="{F48E55B3-4EFA-02C5-91E1-F0D19AE1A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804" y="1323505"/>
            <a:ext cx="6903050" cy="436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8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99083A-26E5-378E-08E7-B325C6144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endParaRPr lang="cs-CZ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7B08A7D-E95F-A1BC-6BC1-3AD4F7B82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141422"/>
            <a:ext cx="10896600" cy="5693471"/>
          </a:xfrm>
          <a:prstGeom prst="rect">
            <a:avLst/>
          </a:prstGeom>
        </p:spPr>
      </p:pic>
      <p:sp>
        <p:nvSpPr>
          <p:cNvPr id="8" name="Nadpis 7">
            <a:extLst>
              <a:ext uri="{FF2B5EF4-FFF2-40B4-BE49-F238E27FC236}">
                <a16:creationId xmlns:a16="http://schemas.microsoft.com/office/drawing/2014/main" id="{66A6E8F5-DEB0-939F-B71E-357A2818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07"/>
            <a:ext cx="10515600" cy="1325563"/>
          </a:xfrm>
        </p:spPr>
        <p:txBody>
          <a:bodyPr>
            <a:normAutofit/>
          </a:bodyPr>
          <a:lstStyle/>
          <a:p>
            <a:pPr marL="0" indent="0"/>
            <a:r>
              <a:rPr lang="cs-CZ" dirty="0"/>
              <a:t>Ovládací panel </a:t>
            </a:r>
            <a:r>
              <a:rPr lang="cs-CZ" dirty="0" err="1"/>
              <a:t>Cockpit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6738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1B0352A1-828D-D321-1AD0-8846669D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/>
              <a:t>Domovská obrazovka </a:t>
            </a:r>
            <a:r>
              <a:rPr lang="cs-CZ" dirty="0" err="1"/>
              <a:t>Homarr</a:t>
            </a:r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DE8CF10-6741-FF70-AD4A-BEE9DA1A6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1055358"/>
            <a:ext cx="10858499" cy="57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8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84324EF-5A64-8538-6578-F13FA29D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cs-CZ" sz="4000"/>
              <a:t>Uložiště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70F0DD-1E98-C1CC-3596-6AC134C11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cs-CZ" sz="1700"/>
              <a:t>1TB disk – systém</a:t>
            </a:r>
          </a:p>
          <a:p>
            <a:r>
              <a:rPr lang="cs-CZ" sz="1700"/>
              <a:t>250GB disk – sdílení souborů</a:t>
            </a:r>
          </a:p>
          <a:p>
            <a:r>
              <a:rPr lang="cs-CZ" sz="1700"/>
              <a:t>2x 2TB disk – v ZFS zrcadlení, na fotky (2 datasety)</a:t>
            </a:r>
          </a:p>
          <a:p>
            <a:r>
              <a:rPr lang="cs-CZ" sz="1700"/>
              <a:t>ZFS</a:t>
            </a:r>
          </a:p>
          <a:p>
            <a:pPr lvl="1"/>
            <a:r>
              <a:rPr lang="cs-CZ" sz="1700"/>
              <a:t>Automatické opravy chyb</a:t>
            </a:r>
          </a:p>
          <a:p>
            <a:pPr lvl="1"/>
            <a:r>
              <a:rPr lang="cs-CZ" sz="1700"/>
              <a:t>Redundance</a:t>
            </a:r>
          </a:p>
          <a:p>
            <a:pPr lvl="1"/>
            <a:r>
              <a:rPr lang="cs-CZ" sz="1700"/>
              <a:t>Komprese LZ4</a:t>
            </a:r>
          </a:p>
          <a:p>
            <a:pPr lvl="1"/>
            <a:r>
              <a:rPr lang="cs-CZ" sz="1700"/>
              <a:t>Snapshoty: Možnost vrátit se v čase při smazání souboru</a:t>
            </a:r>
          </a:p>
          <a:p>
            <a:r>
              <a:rPr lang="cs-CZ" sz="1700"/>
              <a:t>Sdílení pomocí Samba</a:t>
            </a:r>
          </a:p>
          <a:p>
            <a:pPr lvl="1"/>
            <a:endParaRPr lang="cs-CZ" sz="1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DEA0BA3-7D60-7066-BF2F-6B8E3DDA2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46" y="21044"/>
            <a:ext cx="7389854" cy="260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57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58FA81-7D9C-21DF-4300-2D1B8C53C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Immich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BAB719-E4C9-700F-BEE0-1364916B8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cs-CZ" sz="2000">
                <a:hlinkClick r:id="rId2"/>
              </a:rPr>
              <a:t>https://immich.teres4.win</a:t>
            </a:r>
            <a:endParaRPr lang="cs-CZ" sz="2000"/>
          </a:p>
          <a:p>
            <a:r>
              <a:rPr lang="cs-CZ" sz="2000"/>
              <a:t>Open source alternativa ke Google Fotkám</a:t>
            </a:r>
          </a:p>
          <a:p>
            <a:r>
              <a:rPr lang="cs-CZ" sz="2000"/>
              <a:t>Lokální AI – rozpoznávání obličejů, detekce objektů</a:t>
            </a:r>
          </a:p>
          <a:p>
            <a:r>
              <a:rPr lang="cs-CZ" sz="2000"/>
              <a:t>Mapa fotek</a:t>
            </a:r>
          </a:p>
          <a:p>
            <a:r>
              <a:rPr lang="cs-CZ" sz="2000"/>
              <a:t>Hledání duplicit a rozmazaných fotek</a:t>
            </a:r>
          </a:p>
          <a:p>
            <a:r>
              <a:rPr lang="cs-CZ" sz="2000"/>
              <a:t>OCR</a:t>
            </a:r>
          </a:p>
          <a:p>
            <a:endParaRPr lang="cs-CZ" sz="2000"/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2018409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B2DBB2-837A-69C0-3A6E-2261D08AA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Home Assistant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B3F306-8941-64D4-1586-8022D3F99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cs-CZ" sz="2000" dirty="0">
                <a:hlinkClick r:id="rId2"/>
              </a:rPr>
              <a:t>https://ha.teres4.win</a:t>
            </a:r>
            <a:endParaRPr lang="cs-CZ" sz="2000" dirty="0"/>
          </a:p>
          <a:p>
            <a:r>
              <a:rPr lang="cs-CZ" sz="2000" dirty="0" err="1"/>
              <a:t>Self</a:t>
            </a:r>
            <a:r>
              <a:rPr lang="cs-CZ" sz="2000" dirty="0"/>
              <a:t> </a:t>
            </a:r>
            <a:r>
              <a:rPr lang="cs-CZ" sz="2000" dirty="0" err="1"/>
              <a:t>hosted</a:t>
            </a:r>
            <a:r>
              <a:rPr lang="cs-CZ" sz="2000" dirty="0"/>
              <a:t> systém pro automatizaci domácnosti</a:t>
            </a:r>
          </a:p>
          <a:p>
            <a:r>
              <a:rPr lang="cs-CZ" sz="2000" dirty="0"/>
              <a:t>Zaměřený na soukromí, univerzálnost a přizpůsobitelnost</a:t>
            </a:r>
          </a:p>
          <a:p>
            <a:r>
              <a:rPr lang="cs-CZ" sz="2000" dirty="0"/>
              <a:t>Stovky integrací</a:t>
            </a:r>
          </a:p>
          <a:p>
            <a:r>
              <a:rPr lang="cs-CZ" sz="2000" dirty="0"/>
              <a:t>Automatizace, scény, skripty</a:t>
            </a:r>
          </a:p>
          <a:p>
            <a:r>
              <a:rPr lang="cs-CZ" sz="2000" dirty="0"/>
              <a:t>Prostředí </a:t>
            </a:r>
            <a:r>
              <a:rPr lang="cs-CZ" sz="2000" dirty="0" err="1"/>
              <a:t>Lovelace</a:t>
            </a:r>
            <a:endParaRPr lang="cs-CZ" sz="2000" dirty="0"/>
          </a:p>
          <a:p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321280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4D34ED7-A392-8586-24C6-76D216DC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Arr stack + mediální server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FEA8F0-8377-AC12-B497-27030484A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Autofit/>
          </a:bodyPr>
          <a:lstStyle/>
          <a:p>
            <a:pPr lvl="0"/>
            <a:r>
              <a:rPr lang="cs-CZ" sz="1800" b="1" dirty="0" err="1"/>
              <a:t>Jellyseer</a:t>
            </a:r>
            <a:r>
              <a:rPr lang="cs-CZ" sz="1800" dirty="0"/>
              <a:t> – požadavkový systém – rozhraní pro vyhledávání a výběr filmů a seriálů a pro jejich stahování. Lze si zobrazit, co je zrovna populární, novinky nebo si filmy/seriály vyhledat. U každého z nich jsou po rozkliknutí screenshoty, trailer, popis, hodnocení a podobně.</a:t>
            </a:r>
          </a:p>
          <a:p>
            <a:pPr lvl="0"/>
            <a:r>
              <a:rPr lang="cs-CZ" sz="1800" b="1" dirty="0" err="1"/>
              <a:t>Radarr</a:t>
            </a:r>
            <a:r>
              <a:rPr lang="cs-CZ" sz="1800" b="1" dirty="0"/>
              <a:t> </a:t>
            </a:r>
            <a:r>
              <a:rPr lang="cs-CZ" sz="1800" dirty="0"/>
              <a:t>– prostředí sloužící k vyhledávání, spravování a organizování filmů. Jedná se o centrální </a:t>
            </a:r>
            <a:r>
              <a:rPr lang="cs-CZ" sz="1800" dirty="0" err="1"/>
              <a:t>prvkek</a:t>
            </a:r>
            <a:r>
              <a:rPr lang="cs-CZ" sz="1800" dirty="0"/>
              <a:t> celého systému. Přes toto prostředí se dají filmy vyhledat, a následně přidat do sledovaných, pokud je film již vydaný, stáhne ho to, pokud ne, systém vyčká do data vydání a poté periodicky hledá, zdali se dá stáhnout.</a:t>
            </a:r>
          </a:p>
          <a:p>
            <a:pPr lvl="0"/>
            <a:r>
              <a:rPr lang="cs-CZ" sz="1800" b="1" dirty="0" err="1"/>
              <a:t>Sonarr</a:t>
            </a:r>
            <a:r>
              <a:rPr lang="cs-CZ" sz="1800" dirty="0"/>
              <a:t> – to samé jako </a:t>
            </a:r>
            <a:r>
              <a:rPr lang="cs-CZ" sz="1800" dirty="0" err="1"/>
              <a:t>Radarr</a:t>
            </a:r>
            <a:r>
              <a:rPr lang="cs-CZ" sz="1800" dirty="0"/>
              <a:t>, ale pro seriály</a:t>
            </a:r>
          </a:p>
          <a:p>
            <a:pPr lvl="0"/>
            <a:r>
              <a:rPr lang="cs-CZ" sz="1800" b="1" dirty="0" err="1"/>
              <a:t>Prowlarr</a:t>
            </a:r>
            <a:r>
              <a:rPr lang="cs-CZ" sz="1800" dirty="0"/>
              <a:t> – v něm se nastavují jednotlivý </a:t>
            </a:r>
            <a:r>
              <a:rPr lang="cs-CZ" sz="1800" dirty="0" err="1"/>
              <a:t>indexery</a:t>
            </a:r>
            <a:r>
              <a:rPr lang="cs-CZ" sz="1800" dirty="0"/>
              <a:t>. U jednotlivých </a:t>
            </a:r>
            <a:r>
              <a:rPr lang="cs-CZ" sz="1800" dirty="0" err="1"/>
              <a:t>indexerů</a:t>
            </a:r>
            <a:r>
              <a:rPr lang="cs-CZ" sz="1800" dirty="0"/>
              <a:t> lze nastavit jejich prioritu, </a:t>
            </a:r>
            <a:r>
              <a:rPr lang="cs-CZ" sz="1800" dirty="0" err="1"/>
              <a:t>seed</a:t>
            </a:r>
            <a:r>
              <a:rPr lang="cs-CZ" sz="1800" dirty="0"/>
              <a:t> </a:t>
            </a:r>
            <a:r>
              <a:rPr lang="cs-CZ" sz="1800" dirty="0" err="1"/>
              <a:t>time</a:t>
            </a:r>
            <a:r>
              <a:rPr lang="cs-CZ" sz="1800" dirty="0"/>
              <a:t> a ratio a v případě soukromých login a heslo.</a:t>
            </a:r>
          </a:p>
          <a:p>
            <a:pPr lvl="0"/>
            <a:r>
              <a:rPr lang="cs-CZ" sz="1800" b="1" dirty="0" err="1"/>
              <a:t>Bazarr</a:t>
            </a:r>
            <a:r>
              <a:rPr lang="cs-CZ" sz="1800" dirty="0"/>
              <a:t> – služba k automatickému stahování titulků. Ze </a:t>
            </a:r>
            <a:r>
              <a:rPr lang="cs-CZ" sz="1800" dirty="0" err="1"/>
              <a:t>Sonarru</a:t>
            </a:r>
            <a:r>
              <a:rPr lang="cs-CZ" sz="1800" dirty="0"/>
              <a:t>/</a:t>
            </a:r>
            <a:r>
              <a:rPr lang="cs-CZ" sz="1800" dirty="0" err="1"/>
              <a:t>Radarru</a:t>
            </a:r>
            <a:r>
              <a:rPr lang="cs-CZ" sz="1800" dirty="0"/>
              <a:t> získává list stažených filmů s jejich jazyky a následně podle profilů stahuje příslušné titulky.</a:t>
            </a:r>
          </a:p>
          <a:p>
            <a:pPr lvl="0"/>
            <a:r>
              <a:rPr lang="cs-CZ" sz="1800" b="1" dirty="0" err="1"/>
              <a:t>qBittorrent</a:t>
            </a:r>
            <a:r>
              <a:rPr lang="cs-CZ" sz="1800" dirty="0"/>
              <a:t> – klient na stahování </a:t>
            </a:r>
            <a:r>
              <a:rPr lang="cs-CZ" sz="1800" dirty="0" err="1"/>
              <a:t>torrentů</a:t>
            </a:r>
            <a:r>
              <a:rPr lang="cs-CZ" sz="1800" dirty="0"/>
              <a:t>.</a:t>
            </a:r>
          </a:p>
          <a:p>
            <a:pPr lvl="0"/>
            <a:r>
              <a:rPr lang="cs-CZ" sz="1800" b="1" dirty="0" err="1"/>
              <a:t>Jellyfin</a:t>
            </a:r>
            <a:r>
              <a:rPr lang="cs-CZ" sz="1800" dirty="0"/>
              <a:t> – jedná se o open source mediální server. Ten sleduje knihovny (složky), které periodicky nebo na vyžádání skenuje na nové soubory, ke kterým pak stahuje náhledy a ostatní metadata (popisky, hodnocení…) a vše následně poskytuje pomocí přehledného rozhraní</a:t>
            </a:r>
          </a:p>
        </p:txBody>
      </p:sp>
    </p:spTree>
    <p:extLst>
      <p:ext uri="{BB962C8B-B14F-4D97-AF65-F5344CB8AC3E}">
        <p14:creationId xmlns:p14="http://schemas.microsoft.com/office/powerpoint/2010/main" val="241859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CC99719-A62E-C6C7-2169-6F2D6870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Crafty Controller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384B53-C6EA-0FFA-E80E-3D8251199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Panel pro správu Minecraft serverů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FC794CA-7DF5-74CA-E5EE-B6E1500EC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77" y="1966293"/>
            <a:ext cx="856184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78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FD6155-8491-86AC-AE3B-EBFC3852A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Vzdálený přístup</a:t>
            </a:r>
          </a:p>
        </p:txBody>
      </p:sp>
      <p:graphicFrame>
        <p:nvGraphicFramePr>
          <p:cNvPr id="18" name="Zástupný obsah 2">
            <a:extLst>
              <a:ext uri="{FF2B5EF4-FFF2-40B4-BE49-F238E27FC236}">
                <a16:creationId xmlns:a16="http://schemas.microsoft.com/office/drawing/2014/main" id="{A116338B-4C5D-9FE3-751A-E7B1DA5E90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9616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8353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8BB1C81-52B0-FB85-0A95-E03A8C1A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 dirty="0">
                <a:solidFill>
                  <a:srgbClr val="FFFFFF"/>
                </a:solidFill>
              </a:rPr>
              <a:t>Děkuji za pozornost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51AFBA-A5CC-FC87-7C2C-A1E756881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345747938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446</Words>
  <Application>Microsoft Office PowerPoint</Application>
  <PresentationFormat>Širokoúhlá obrazovka</PresentationFormat>
  <Paragraphs>64</Paragraphs>
  <Slides>13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Motiv Office</vt:lpstr>
      <vt:lpstr>Domácí server</vt:lpstr>
      <vt:lpstr>Motivace</vt:lpstr>
      <vt:lpstr>Hardware</vt:lpstr>
      <vt:lpstr>Software</vt:lpstr>
      <vt:lpstr>Ovládací panel Cockpit</vt:lpstr>
      <vt:lpstr>Domovská obrazovka Homarr</vt:lpstr>
      <vt:lpstr>Uložiště</vt:lpstr>
      <vt:lpstr>Immich</vt:lpstr>
      <vt:lpstr>Home Assistant</vt:lpstr>
      <vt:lpstr>Arr stack + mediální server</vt:lpstr>
      <vt:lpstr>Crafty Controller</vt:lpstr>
      <vt:lpstr>Vzdálený přístup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Foltová</dc:creator>
  <cp:lastModifiedBy>Teresa Foltová</cp:lastModifiedBy>
  <cp:revision>26</cp:revision>
  <dcterms:created xsi:type="dcterms:W3CDTF">2025-12-02T11:54:24Z</dcterms:created>
  <dcterms:modified xsi:type="dcterms:W3CDTF">2025-12-03T17:31:18Z</dcterms:modified>
</cp:coreProperties>
</file>